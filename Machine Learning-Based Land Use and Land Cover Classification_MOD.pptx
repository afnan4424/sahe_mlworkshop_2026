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63" r:id="rId2"/>
    <p:sldId id="264" r:id="rId3"/>
    <p:sldId id="256" r:id="rId4"/>
    <p:sldId id="258" r:id="rId5"/>
    <p:sldId id="257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wjzanya7411@gmail.com" initials="s" lastIdx="1" clrIdx="0">
    <p:extLst>
      <p:ext uri="{19B8F6BF-5375-455C-9EA6-DF929625EA0E}">
        <p15:presenceInfo xmlns:p15="http://schemas.microsoft.com/office/powerpoint/2012/main" userId="207dc28a7fdaec1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B42895-1022-4684-93F2-13629D214318}" v="13" dt="2026-07-15T17:17:10.7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nan Abdul" userId="2ec0c2f7b884795c" providerId="LiveId" clId="{71E379DD-26F8-4DE3-80D5-212AA158D2AA}"/>
    <pc:docChg chg="modSld sldOrd">
      <pc:chgData name="Afnan Abdul" userId="2ec0c2f7b884795c" providerId="LiveId" clId="{71E379DD-26F8-4DE3-80D5-212AA158D2AA}" dt="2026-07-15T17:17:44.490" v="85" actId="207"/>
      <pc:docMkLst>
        <pc:docMk/>
      </pc:docMkLst>
      <pc:sldChg chg="modSp mod ord">
        <pc:chgData name="Afnan Abdul" userId="2ec0c2f7b884795c" providerId="LiveId" clId="{71E379DD-26F8-4DE3-80D5-212AA158D2AA}" dt="2026-07-15T17:17:37.559" v="84" actId="207"/>
        <pc:sldMkLst>
          <pc:docMk/>
          <pc:sldMk cId="231541660" sldId="257"/>
        </pc:sldMkLst>
        <pc:spChg chg="mod">
          <ac:chgData name="Afnan Abdul" userId="2ec0c2f7b884795c" providerId="LiveId" clId="{71E379DD-26F8-4DE3-80D5-212AA158D2AA}" dt="2026-07-15T17:17:37.559" v="84" actId="207"/>
          <ac:spMkLst>
            <pc:docMk/>
            <pc:sldMk cId="231541660" sldId="257"/>
            <ac:spMk id="2" creationId="{74F7FDA2-CFC3-CCAB-A9B3-D9F96C89E4E1}"/>
          </ac:spMkLst>
        </pc:spChg>
        <pc:graphicFrameChg chg="mod modGraphic">
          <ac:chgData name="Afnan Abdul" userId="2ec0c2f7b884795c" providerId="LiveId" clId="{71E379DD-26F8-4DE3-80D5-212AA158D2AA}" dt="2026-07-15T17:17:28.525" v="83" actId="207"/>
          <ac:graphicFrameMkLst>
            <pc:docMk/>
            <pc:sldMk cId="231541660" sldId="257"/>
            <ac:graphicFrameMk id="5" creationId="{482900E8-20D6-A37B-8439-4497CCAAD877}"/>
          </ac:graphicFrameMkLst>
        </pc:graphicFrameChg>
      </pc:sldChg>
      <pc:sldChg chg="modSp mod">
        <pc:chgData name="Afnan Abdul" userId="2ec0c2f7b884795c" providerId="LiveId" clId="{71E379DD-26F8-4DE3-80D5-212AA158D2AA}" dt="2026-07-15T17:17:44.490" v="85" actId="207"/>
        <pc:sldMkLst>
          <pc:docMk/>
          <pc:sldMk cId="2353563022" sldId="258"/>
        </pc:sldMkLst>
        <pc:spChg chg="mod">
          <ac:chgData name="Afnan Abdul" userId="2ec0c2f7b884795c" providerId="LiveId" clId="{71E379DD-26F8-4DE3-80D5-212AA158D2AA}" dt="2026-07-15T17:17:44.490" v="85" actId="207"/>
          <ac:spMkLst>
            <pc:docMk/>
            <pc:sldMk cId="2353563022" sldId="258"/>
            <ac:spMk id="2" creationId="{61FEAC60-0B39-DF60-09B7-E093EC6B20E0}"/>
          </ac:spMkLst>
        </pc:spChg>
      </pc:sldChg>
      <pc:sldChg chg="modSp mod">
        <pc:chgData name="Afnan Abdul" userId="2ec0c2f7b884795c" providerId="LiveId" clId="{71E379DD-26F8-4DE3-80D5-212AA158D2AA}" dt="2026-07-15T17:07:04.018" v="2" actId="207"/>
        <pc:sldMkLst>
          <pc:docMk/>
          <pc:sldMk cId="1710180305" sldId="259"/>
        </pc:sldMkLst>
        <pc:spChg chg="mod">
          <ac:chgData name="Afnan Abdul" userId="2ec0c2f7b884795c" providerId="LiveId" clId="{71E379DD-26F8-4DE3-80D5-212AA158D2AA}" dt="2026-07-15T17:07:04.018" v="2" actId="207"/>
          <ac:spMkLst>
            <pc:docMk/>
            <pc:sldMk cId="1710180305" sldId="259"/>
            <ac:spMk id="2" creationId="{2140DD9A-536F-55DE-6609-1D05F86E0B0C}"/>
          </ac:spMkLst>
        </pc:spChg>
        <pc:graphicFrameChg chg="modGraphic">
          <ac:chgData name="Afnan Abdul" userId="2ec0c2f7b884795c" providerId="LiveId" clId="{71E379DD-26F8-4DE3-80D5-212AA158D2AA}" dt="2026-07-15T17:06:53.662" v="1" actId="207"/>
          <ac:graphicFrameMkLst>
            <pc:docMk/>
            <pc:sldMk cId="1710180305" sldId="259"/>
            <ac:graphicFrameMk id="5" creationId="{C1088D53-392B-0CDE-8DAA-A94AF4D0DD51}"/>
          </ac:graphicFrameMkLst>
        </pc:graphicFrameChg>
      </pc:sldChg>
      <pc:sldChg chg="addSp modSp mod">
        <pc:chgData name="Afnan Abdul" userId="2ec0c2f7b884795c" providerId="LiveId" clId="{71E379DD-26F8-4DE3-80D5-212AA158D2AA}" dt="2026-07-15T17:16:32.044" v="75" actId="207"/>
        <pc:sldMkLst>
          <pc:docMk/>
          <pc:sldMk cId="1367656898" sldId="260"/>
        </pc:sldMkLst>
        <pc:spChg chg="mod">
          <ac:chgData name="Afnan Abdul" userId="2ec0c2f7b884795c" providerId="LiveId" clId="{71E379DD-26F8-4DE3-80D5-212AA158D2AA}" dt="2026-07-15T17:15:36.782" v="65" actId="207"/>
          <ac:spMkLst>
            <pc:docMk/>
            <pc:sldMk cId="1367656898" sldId="260"/>
            <ac:spMk id="2" creationId="{4D1171CC-E2EC-28B8-0A31-86014FFB7D1E}"/>
          </ac:spMkLst>
        </pc:spChg>
        <pc:spChg chg="add mod">
          <ac:chgData name="Afnan Abdul" userId="2ec0c2f7b884795c" providerId="LiveId" clId="{71E379DD-26F8-4DE3-80D5-212AA158D2AA}" dt="2026-07-15T17:15:16.099" v="63" actId="113"/>
          <ac:spMkLst>
            <pc:docMk/>
            <pc:sldMk cId="1367656898" sldId="260"/>
            <ac:spMk id="3" creationId="{30CE5543-C32C-9B9A-43B3-565EC66821F3}"/>
          </ac:spMkLst>
        </pc:spChg>
        <pc:graphicFrameChg chg="mod modGraphic">
          <ac:chgData name="Afnan Abdul" userId="2ec0c2f7b884795c" providerId="LiveId" clId="{71E379DD-26F8-4DE3-80D5-212AA158D2AA}" dt="2026-07-15T17:16:32.044" v="75" actId="207"/>
          <ac:graphicFrameMkLst>
            <pc:docMk/>
            <pc:sldMk cId="1367656898" sldId="260"/>
            <ac:graphicFrameMk id="5" creationId="{9D7C0A94-0498-BA1A-179E-C5AD2845B76B}"/>
          </ac:graphicFrameMkLst>
        </pc:graphicFrame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2T18:41:48.110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svg"/><Relationship Id="rId3" Type="http://schemas.openxmlformats.org/officeDocument/2006/relationships/hyperlink" Target="https://www.usgs.gov/landsat-missions" TargetMode="External"/><Relationship Id="rId7" Type="http://schemas.openxmlformats.org/officeDocument/2006/relationships/image" Target="../media/image4.svg"/><Relationship Id="rId12" Type="http://schemas.openxmlformats.org/officeDocument/2006/relationships/image" Target="../media/image9.svg"/><Relationship Id="rId2" Type="http://schemas.openxmlformats.org/officeDocument/2006/relationships/hyperlink" Target="https://dataspace.copernicus.eu/" TargetMode="External"/><Relationship Id="rId1" Type="http://schemas.openxmlformats.org/officeDocument/2006/relationships/hyperlink" Target="https://developers.google.com/earth-engine" TargetMode="External"/><Relationship Id="rId6" Type="http://schemas.openxmlformats.org/officeDocument/2006/relationships/hyperlink" Target="https://scikit-learn.org/" TargetMode="External"/><Relationship Id="rId11" Type="http://schemas.openxmlformats.org/officeDocument/2006/relationships/image" Target="../media/image8.svg"/><Relationship Id="rId5" Type="http://schemas.openxmlformats.org/officeDocument/2006/relationships/hyperlink" Target="https://worldcover2021.esa.int/" TargetMode="External"/><Relationship Id="rId10" Type="http://schemas.openxmlformats.org/officeDocument/2006/relationships/image" Target="../media/image7.svg"/><Relationship Id="rId4" Type="http://schemas.openxmlformats.org/officeDocument/2006/relationships/hyperlink" Target="https://sentinels.copernicus.eu/" TargetMode="External"/><Relationship Id="rId9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hyperlink" Target="https://sentinels.copernicus.eu/" TargetMode="External"/><Relationship Id="rId13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12" Type="http://schemas.openxmlformats.org/officeDocument/2006/relationships/hyperlink" Target="https://scikit-learn.org/" TargetMode="External"/><Relationship Id="rId2" Type="http://schemas.openxmlformats.org/officeDocument/2006/relationships/hyperlink" Target="https://developers.google.com/earth-engine" TargetMode="External"/><Relationship Id="rId1" Type="http://schemas.openxmlformats.org/officeDocument/2006/relationships/image" Target="../media/image4.svg"/><Relationship Id="rId6" Type="http://schemas.openxmlformats.org/officeDocument/2006/relationships/hyperlink" Target="https://www.usgs.gov/landsat-missions" TargetMode="External"/><Relationship Id="rId11" Type="http://schemas.openxmlformats.org/officeDocument/2006/relationships/image" Target="../media/image9.svg"/><Relationship Id="rId5" Type="http://schemas.openxmlformats.org/officeDocument/2006/relationships/image" Target="../media/image6.svg"/><Relationship Id="rId10" Type="http://schemas.openxmlformats.org/officeDocument/2006/relationships/hyperlink" Target="https://worldcover2021.esa.int/" TargetMode="External"/><Relationship Id="rId4" Type="http://schemas.openxmlformats.org/officeDocument/2006/relationships/hyperlink" Target="https://dataspace.copernicus.eu/" TargetMode="External"/><Relationship Id="rId9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2ABA47-7433-4850-86F5-1D5D818412F4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76222CC-7AE9-4052-B2B6-4B225973C172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Protect the Kondapalli Reserve Forest from increasing deforestation.</a:t>
          </a:r>
        </a:p>
      </dgm:t>
    </dgm:pt>
    <dgm:pt modelId="{A94C43E3-A251-4772-AD47-8C43EB2BA21B}" type="parTrans" cxnId="{8ACF83CE-3BF2-47CC-BC6E-C9FA30262BA8}">
      <dgm:prSet/>
      <dgm:spPr/>
      <dgm:t>
        <a:bodyPr/>
        <a:lstStyle/>
        <a:p>
          <a:endParaRPr lang="en-US"/>
        </a:p>
      </dgm:t>
    </dgm:pt>
    <dgm:pt modelId="{1B9AAB3F-8420-49EE-9A92-B54752282815}" type="sibTrans" cxnId="{8ACF83CE-3BF2-47CC-BC6E-C9FA30262BA8}">
      <dgm:prSet/>
      <dgm:spPr/>
      <dgm:t>
        <a:bodyPr/>
        <a:lstStyle/>
        <a:p>
          <a:endParaRPr lang="en-US"/>
        </a:p>
      </dgm:t>
    </dgm:pt>
    <dgm:pt modelId="{FFA61EE9-F994-4935-A9FA-FCA46BBF8FDD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Monitor environmental changes using satellite imagery. </a:t>
          </a:r>
        </a:p>
      </dgm:t>
    </dgm:pt>
    <dgm:pt modelId="{56029C36-B648-4B6C-B7AC-02DC0D41CD81}" type="parTrans" cxnId="{C81F7AC5-BFA8-46DA-AA26-8D283785FE86}">
      <dgm:prSet/>
      <dgm:spPr/>
      <dgm:t>
        <a:bodyPr/>
        <a:lstStyle/>
        <a:p>
          <a:endParaRPr lang="en-US"/>
        </a:p>
      </dgm:t>
    </dgm:pt>
    <dgm:pt modelId="{F5D141C9-3B27-4A4D-9D3E-0F41A78049DB}" type="sibTrans" cxnId="{C81F7AC5-BFA8-46DA-AA26-8D283785FE86}">
      <dgm:prSet/>
      <dgm:spPr/>
      <dgm:t>
        <a:bodyPr/>
        <a:lstStyle/>
        <a:p>
          <a:endParaRPr lang="en-US"/>
        </a:p>
      </dgm:t>
    </dgm:pt>
    <dgm:pt modelId="{9077D656-9642-4AEE-A547-8E33B435CEB3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Analyze the impact of air pollution on the forest ecosystem. </a:t>
          </a:r>
        </a:p>
      </dgm:t>
    </dgm:pt>
    <dgm:pt modelId="{81FBF587-4690-488A-9F0D-E0B2DAE4B330}" type="parTrans" cxnId="{27020B90-3A2A-4802-948D-547145B360A5}">
      <dgm:prSet/>
      <dgm:spPr/>
      <dgm:t>
        <a:bodyPr/>
        <a:lstStyle/>
        <a:p>
          <a:endParaRPr lang="en-US"/>
        </a:p>
      </dgm:t>
    </dgm:pt>
    <dgm:pt modelId="{963A1B7A-6F04-48BB-8301-AC7C2519C597}" type="sibTrans" cxnId="{27020B90-3A2A-4802-948D-547145B360A5}">
      <dgm:prSet/>
      <dgm:spPr/>
      <dgm:t>
        <a:bodyPr/>
        <a:lstStyle/>
        <a:p>
          <a:endParaRPr lang="en-US"/>
        </a:p>
      </dgm:t>
    </dgm:pt>
    <dgm:pt modelId="{E172EA04-CA4B-492F-B323-603CC83B7836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Apply Machine Learning for accurate land cover classification and prediction. </a:t>
          </a:r>
        </a:p>
      </dgm:t>
    </dgm:pt>
    <dgm:pt modelId="{F8A2037F-6012-4BCD-AAAF-83F801EDD141}" type="parTrans" cxnId="{B3221A51-EE65-445B-8125-C51C3E400978}">
      <dgm:prSet/>
      <dgm:spPr/>
      <dgm:t>
        <a:bodyPr/>
        <a:lstStyle/>
        <a:p>
          <a:endParaRPr lang="en-US"/>
        </a:p>
      </dgm:t>
    </dgm:pt>
    <dgm:pt modelId="{524CD06B-8FE3-4EB1-A16E-654D4956E21C}" type="sibTrans" cxnId="{B3221A51-EE65-445B-8125-C51C3E400978}">
      <dgm:prSet/>
      <dgm:spPr/>
      <dgm:t>
        <a:bodyPr/>
        <a:lstStyle/>
        <a:p>
          <a:endParaRPr lang="en-US"/>
        </a:p>
      </dgm:t>
    </dgm:pt>
    <dgm:pt modelId="{F26F3E0D-EA8B-4C91-9E56-4A7273B2CE52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Support sustainable forest management and conservation efforts.</a:t>
          </a:r>
        </a:p>
      </dgm:t>
    </dgm:pt>
    <dgm:pt modelId="{607B9C9D-EBD0-479E-B7F1-3054556F24DD}" type="parTrans" cxnId="{11C28169-F57F-474E-BA34-A829AA3AB6E4}">
      <dgm:prSet/>
      <dgm:spPr/>
      <dgm:t>
        <a:bodyPr/>
        <a:lstStyle/>
        <a:p>
          <a:endParaRPr lang="en-US"/>
        </a:p>
      </dgm:t>
    </dgm:pt>
    <dgm:pt modelId="{858E0FD7-322F-4761-A7C5-C8BBC696BAEA}" type="sibTrans" cxnId="{11C28169-F57F-474E-BA34-A829AA3AB6E4}">
      <dgm:prSet/>
      <dgm:spPr/>
      <dgm:t>
        <a:bodyPr/>
        <a:lstStyle/>
        <a:p>
          <a:endParaRPr lang="en-US"/>
        </a:p>
      </dgm:t>
    </dgm:pt>
    <dgm:pt modelId="{AB4E48E1-C322-4E3C-B317-99409CFC42DD}" type="pres">
      <dgm:prSet presAssocID="{182ABA47-7433-4850-86F5-1D5D818412F4}" presName="Name0" presStyleCnt="0">
        <dgm:presLayoutVars>
          <dgm:dir/>
          <dgm:resizeHandles val="exact"/>
        </dgm:presLayoutVars>
      </dgm:prSet>
      <dgm:spPr/>
    </dgm:pt>
    <dgm:pt modelId="{8EADA5EA-AF2A-48ED-8D96-86A17CBAD478}" type="pres">
      <dgm:prSet presAssocID="{D76222CC-7AE9-4052-B2B6-4B225973C172}" presName="node" presStyleLbl="node1" presStyleIdx="0" presStyleCnt="5">
        <dgm:presLayoutVars>
          <dgm:bulletEnabled val="1"/>
        </dgm:presLayoutVars>
      </dgm:prSet>
      <dgm:spPr/>
    </dgm:pt>
    <dgm:pt modelId="{019A079B-B4F4-4D40-B067-4A9378E602D4}" type="pres">
      <dgm:prSet presAssocID="{1B9AAB3F-8420-49EE-9A92-B54752282815}" presName="sibTrans" presStyleLbl="sibTrans1D1" presStyleIdx="0" presStyleCnt="4"/>
      <dgm:spPr/>
    </dgm:pt>
    <dgm:pt modelId="{8420732E-DA21-496A-A9F0-1DB6BB6066CA}" type="pres">
      <dgm:prSet presAssocID="{1B9AAB3F-8420-49EE-9A92-B54752282815}" presName="connectorText" presStyleLbl="sibTrans1D1" presStyleIdx="0" presStyleCnt="4"/>
      <dgm:spPr/>
    </dgm:pt>
    <dgm:pt modelId="{FC18F86B-3A6E-4B62-873B-B9947EFE6CB0}" type="pres">
      <dgm:prSet presAssocID="{FFA61EE9-F994-4935-A9FA-FCA46BBF8FDD}" presName="node" presStyleLbl="node1" presStyleIdx="1" presStyleCnt="5">
        <dgm:presLayoutVars>
          <dgm:bulletEnabled val="1"/>
        </dgm:presLayoutVars>
      </dgm:prSet>
      <dgm:spPr/>
    </dgm:pt>
    <dgm:pt modelId="{111F55EB-842D-4590-9FCE-B4681664EDA7}" type="pres">
      <dgm:prSet presAssocID="{F5D141C9-3B27-4A4D-9D3E-0F41A78049DB}" presName="sibTrans" presStyleLbl="sibTrans1D1" presStyleIdx="1" presStyleCnt="4"/>
      <dgm:spPr/>
    </dgm:pt>
    <dgm:pt modelId="{9974DDC1-9437-49DE-AA9D-920BFF2ACD0C}" type="pres">
      <dgm:prSet presAssocID="{F5D141C9-3B27-4A4D-9D3E-0F41A78049DB}" presName="connectorText" presStyleLbl="sibTrans1D1" presStyleIdx="1" presStyleCnt="4"/>
      <dgm:spPr/>
    </dgm:pt>
    <dgm:pt modelId="{25CDD544-498A-4FC4-9BFF-9303B085B69D}" type="pres">
      <dgm:prSet presAssocID="{9077D656-9642-4AEE-A547-8E33B435CEB3}" presName="node" presStyleLbl="node1" presStyleIdx="2" presStyleCnt="5">
        <dgm:presLayoutVars>
          <dgm:bulletEnabled val="1"/>
        </dgm:presLayoutVars>
      </dgm:prSet>
      <dgm:spPr/>
    </dgm:pt>
    <dgm:pt modelId="{2ADF555B-29E2-4C08-A86B-DDBF92C65DFA}" type="pres">
      <dgm:prSet presAssocID="{963A1B7A-6F04-48BB-8301-AC7C2519C597}" presName="sibTrans" presStyleLbl="sibTrans1D1" presStyleIdx="2" presStyleCnt="4"/>
      <dgm:spPr/>
    </dgm:pt>
    <dgm:pt modelId="{AE879807-C846-427F-9B5F-08BE78DA72FC}" type="pres">
      <dgm:prSet presAssocID="{963A1B7A-6F04-48BB-8301-AC7C2519C597}" presName="connectorText" presStyleLbl="sibTrans1D1" presStyleIdx="2" presStyleCnt="4"/>
      <dgm:spPr/>
    </dgm:pt>
    <dgm:pt modelId="{8C0AAC17-9298-4745-9481-B8AB99A66DA3}" type="pres">
      <dgm:prSet presAssocID="{E172EA04-CA4B-492F-B323-603CC83B7836}" presName="node" presStyleLbl="node1" presStyleIdx="3" presStyleCnt="5">
        <dgm:presLayoutVars>
          <dgm:bulletEnabled val="1"/>
        </dgm:presLayoutVars>
      </dgm:prSet>
      <dgm:spPr/>
    </dgm:pt>
    <dgm:pt modelId="{2C775D33-F053-4446-88BB-5ECEDA2650A2}" type="pres">
      <dgm:prSet presAssocID="{524CD06B-8FE3-4EB1-A16E-654D4956E21C}" presName="sibTrans" presStyleLbl="sibTrans1D1" presStyleIdx="3" presStyleCnt="4"/>
      <dgm:spPr/>
    </dgm:pt>
    <dgm:pt modelId="{2681929F-DF1C-452F-8697-7F9820F7E40B}" type="pres">
      <dgm:prSet presAssocID="{524CD06B-8FE3-4EB1-A16E-654D4956E21C}" presName="connectorText" presStyleLbl="sibTrans1D1" presStyleIdx="3" presStyleCnt="4"/>
      <dgm:spPr/>
    </dgm:pt>
    <dgm:pt modelId="{FD00B524-4A6E-4E53-9880-CD69B33B143C}" type="pres">
      <dgm:prSet presAssocID="{F26F3E0D-EA8B-4C91-9E56-4A7273B2CE52}" presName="node" presStyleLbl="node1" presStyleIdx="4" presStyleCnt="5">
        <dgm:presLayoutVars>
          <dgm:bulletEnabled val="1"/>
        </dgm:presLayoutVars>
      </dgm:prSet>
      <dgm:spPr/>
    </dgm:pt>
  </dgm:ptLst>
  <dgm:cxnLst>
    <dgm:cxn modelId="{FBD66D07-DE17-45A7-A911-2B3D3D284DBB}" type="presOf" srcId="{963A1B7A-6F04-48BB-8301-AC7C2519C597}" destId="{AE879807-C846-427F-9B5F-08BE78DA72FC}" srcOrd="1" destOrd="0" presId="urn:microsoft.com/office/officeart/2016/7/layout/RepeatingBendingProcessNew"/>
    <dgm:cxn modelId="{C9EEDA0F-ACC5-4C76-A63F-7997FA5C6A17}" type="presOf" srcId="{524CD06B-8FE3-4EB1-A16E-654D4956E21C}" destId="{2C775D33-F053-4446-88BB-5ECEDA2650A2}" srcOrd="0" destOrd="0" presId="urn:microsoft.com/office/officeart/2016/7/layout/RepeatingBendingProcessNew"/>
    <dgm:cxn modelId="{A53D1026-C1D0-4489-8AB2-B4DB706C9613}" type="presOf" srcId="{E172EA04-CA4B-492F-B323-603CC83B7836}" destId="{8C0AAC17-9298-4745-9481-B8AB99A66DA3}" srcOrd="0" destOrd="0" presId="urn:microsoft.com/office/officeart/2016/7/layout/RepeatingBendingProcessNew"/>
    <dgm:cxn modelId="{11C28169-F57F-474E-BA34-A829AA3AB6E4}" srcId="{182ABA47-7433-4850-86F5-1D5D818412F4}" destId="{F26F3E0D-EA8B-4C91-9E56-4A7273B2CE52}" srcOrd="4" destOrd="0" parTransId="{607B9C9D-EBD0-479E-B7F1-3054556F24DD}" sibTransId="{858E0FD7-322F-4761-A7C5-C8BBC696BAEA}"/>
    <dgm:cxn modelId="{ED4C714C-5F4C-4043-B277-02DA8F6D9D7A}" type="presOf" srcId="{182ABA47-7433-4850-86F5-1D5D818412F4}" destId="{AB4E48E1-C322-4E3C-B317-99409CFC42DD}" srcOrd="0" destOrd="0" presId="urn:microsoft.com/office/officeart/2016/7/layout/RepeatingBendingProcessNew"/>
    <dgm:cxn modelId="{89D69E4F-5AEF-4428-A8FB-D2532FE37954}" type="presOf" srcId="{F26F3E0D-EA8B-4C91-9E56-4A7273B2CE52}" destId="{FD00B524-4A6E-4E53-9880-CD69B33B143C}" srcOrd="0" destOrd="0" presId="urn:microsoft.com/office/officeart/2016/7/layout/RepeatingBendingProcessNew"/>
    <dgm:cxn modelId="{B3221A51-EE65-445B-8125-C51C3E400978}" srcId="{182ABA47-7433-4850-86F5-1D5D818412F4}" destId="{E172EA04-CA4B-492F-B323-603CC83B7836}" srcOrd="3" destOrd="0" parTransId="{F8A2037F-6012-4BCD-AAAF-83F801EDD141}" sibTransId="{524CD06B-8FE3-4EB1-A16E-654D4956E21C}"/>
    <dgm:cxn modelId="{B41C7D51-2ABF-481E-A566-3477C84E7F03}" type="presOf" srcId="{524CD06B-8FE3-4EB1-A16E-654D4956E21C}" destId="{2681929F-DF1C-452F-8697-7F9820F7E40B}" srcOrd="1" destOrd="0" presId="urn:microsoft.com/office/officeart/2016/7/layout/RepeatingBendingProcessNew"/>
    <dgm:cxn modelId="{26AF217B-B274-494C-B1A2-5841F36CC6F7}" type="presOf" srcId="{1B9AAB3F-8420-49EE-9A92-B54752282815}" destId="{8420732E-DA21-496A-A9F0-1DB6BB6066CA}" srcOrd="1" destOrd="0" presId="urn:microsoft.com/office/officeart/2016/7/layout/RepeatingBendingProcessNew"/>
    <dgm:cxn modelId="{27020B90-3A2A-4802-948D-547145B360A5}" srcId="{182ABA47-7433-4850-86F5-1D5D818412F4}" destId="{9077D656-9642-4AEE-A547-8E33B435CEB3}" srcOrd="2" destOrd="0" parTransId="{81FBF587-4690-488A-9F0D-E0B2DAE4B330}" sibTransId="{963A1B7A-6F04-48BB-8301-AC7C2519C597}"/>
    <dgm:cxn modelId="{1BD727A7-1672-4C19-9130-647C19CEB4AC}" type="presOf" srcId="{9077D656-9642-4AEE-A547-8E33B435CEB3}" destId="{25CDD544-498A-4FC4-9BFF-9303B085B69D}" srcOrd="0" destOrd="0" presId="urn:microsoft.com/office/officeart/2016/7/layout/RepeatingBendingProcessNew"/>
    <dgm:cxn modelId="{1B89A6A7-1005-4C3B-8D88-9B9BCE31B341}" type="presOf" srcId="{1B9AAB3F-8420-49EE-9A92-B54752282815}" destId="{019A079B-B4F4-4D40-B067-4A9378E602D4}" srcOrd="0" destOrd="0" presId="urn:microsoft.com/office/officeart/2016/7/layout/RepeatingBendingProcessNew"/>
    <dgm:cxn modelId="{ACBE38AF-6333-42F1-B91C-D5F8DDC3E2D9}" type="presOf" srcId="{F5D141C9-3B27-4A4D-9D3E-0F41A78049DB}" destId="{9974DDC1-9437-49DE-AA9D-920BFF2ACD0C}" srcOrd="1" destOrd="0" presId="urn:microsoft.com/office/officeart/2016/7/layout/RepeatingBendingProcessNew"/>
    <dgm:cxn modelId="{547EBBC3-3C04-49B0-BADA-DEA2CC261551}" type="presOf" srcId="{F5D141C9-3B27-4A4D-9D3E-0F41A78049DB}" destId="{111F55EB-842D-4590-9FCE-B4681664EDA7}" srcOrd="0" destOrd="0" presId="urn:microsoft.com/office/officeart/2016/7/layout/RepeatingBendingProcessNew"/>
    <dgm:cxn modelId="{C81F7AC5-BFA8-46DA-AA26-8D283785FE86}" srcId="{182ABA47-7433-4850-86F5-1D5D818412F4}" destId="{FFA61EE9-F994-4935-A9FA-FCA46BBF8FDD}" srcOrd="1" destOrd="0" parTransId="{56029C36-B648-4B6C-B7AC-02DC0D41CD81}" sibTransId="{F5D141C9-3B27-4A4D-9D3E-0F41A78049DB}"/>
    <dgm:cxn modelId="{8ACF83CE-3BF2-47CC-BC6E-C9FA30262BA8}" srcId="{182ABA47-7433-4850-86F5-1D5D818412F4}" destId="{D76222CC-7AE9-4052-B2B6-4B225973C172}" srcOrd="0" destOrd="0" parTransId="{A94C43E3-A251-4772-AD47-8C43EB2BA21B}" sibTransId="{1B9AAB3F-8420-49EE-9A92-B54752282815}"/>
    <dgm:cxn modelId="{FE043BD2-91E3-4D18-8897-5D9C939C7215}" type="presOf" srcId="{FFA61EE9-F994-4935-A9FA-FCA46BBF8FDD}" destId="{FC18F86B-3A6E-4B62-873B-B9947EFE6CB0}" srcOrd="0" destOrd="0" presId="urn:microsoft.com/office/officeart/2016/7/layout/RepeatingBendingProcessNew"/>
    <dgm:cxn modelId="{3A6A23D8-F88F-42C3-BD40-0611040F0D70}" type="presOf" srcId="{963A1B7A-6F04-48BB-8301-AC7C2519C597}" destId="{2ADF555B-29E2-4C08-A86B-DDBF92C65DFA}" srcOrd="0" destOrd="0" presId="urn:microsoft.com/office/officeart/2016/7/layout/RepeatingBendingProcessNew"/>
    <dgm:cxn modelId="{0D5388E6-DD4F-44AF-AC35-712AC010B9FC}" type="presOf" srcId="{D76222CC-7AE9-4052-B2B6-4B225973C172}" destId="{8EADA5EA-AF2A-48ED-8D96-86A17CBAD478}" srcOrd="0" destOrd="0" presId="urn:microsoft.com/office/officeart/2016/7/layout/RepeatingBendingProcessNew"/>
    <dgm:cxn modelId="{0E91508E-4154-4E9A-988D-8DFBFF44AF8A}" type="presParOf" srcId="{AB4E48E1-C322-4E3C-B317-99409CFC42DD}" destId="{8EADA5EA-AF2A-48ED-8D96-86A17CBAD478}" srcOrd="0" destOrd="0" presId="urn:microsoft.com/office/officeart/2016/7/layout/RepeatingBendingProcessNew"/>
    <dgm:cxn modelId="{1B7BE422-0936-4844-AE7F-164E41511FE7}" type="presParOf" srcId="{AB4E48E1-C322-4E3C-B317-99409CFC42DD}" destId="{019A079B-B4F4-4D40-B067-4A9378E602D4}" srcOrd="1" destOrd="0" presId="urn:microsoft.com/office/officeart/2016/7/layout/RepeatingBendingProcessNew"/>
    <dgm:cxn modelId="{72A0EE40-075B-4C70-B7A9-8387E9AE5168}" type="presParOf" srcId="{019A079B-B4F4-4D40-B067-4A9378E602D4}" destId="{8420732E-DA21-496A-A9F0-1DB6BB6066CA}" srcOrd="0" destOrd="0" presId="urn:microsoft.com/office/officeart/2016/7/layout/RepeatingBendingProcessNew"/>
    <dgm:cxn modelId="{BF746D33-6A3D-420A-A9D2-EE034FA8583F}" type="presParOf" srcId="{AB4E48E1-C322-4E3C-B317-99409CFC42DD}" destId="{FC18F86B-3A6E-4B62-873B-B9947EFE6CB0}" srcOrd="2" destOrd="0" presId="urn:microsoft.com/office/officeart/2016/7/layout/RepeatingBendingProcessNew"/>
    <dgm:cxn modelId="{EAB0AD8D-446F-4B25-8295-0D0D181BA208}" type="presParOf" srcId="{AB4E48E1-C322-4E3C-B317-99409CFC42DD}" destId="{111F55EB-842D-4590-9FCE-B4681664EDA7}" srcOrd="3" destOrd="0" presId="urn:microsoft.com/office/officeart/2016/7/layout/RepeatingBendingProcessNew"/>
    <dgm:cxn modelId="{C1A75854-8F17-46DA-B5F3-0CC7D86261F3}" type="presParOf" srcId="{111F55EB-842D-4590-9FCE-B4681664EDA7}" destId="{9974DDC1-9437-49DE-AA9D-920BFF2ACD0C}" srcOrd="0" destOrd="0" presId="urn:microsoft.com/office/officeart/2016/7/layout/RepeatingBendingProcessNew"/>
    <dgm:cxn modelId="{7BF4ADC3-06E3-4EF8-BCCB-AC00F646561E}" type="presParOf" srcId="{AB4E48E1-C322-4E3C-B317-99409CFC42DD}" destId="{25CDD544-498A-4FC4-9BFF-9303B085B69D}" srcOrd="4" destOrd="0" presId="urn:microsoft.com/office/officeart/2016/7/layout/RepeatingBendingProcessNew"/>
    <dgm:cxn modelId="{AE14BE28-8BB3-4361-92B5-ACA646A1F868}" type="presParOf" srcId="{AB4E48E1-C322-4E3C-B317-99409CFC42DD}" destId="{2ADF555B-29E2-4C08-A86B-DDBF92C65DFA}" srcOrd="5" destOrd="0" presId="urn:microsoft.com/office/officeart/2016/7/layout/RepeatingBendingProcessNew"/>
    <dgm:cxn modelId="{5D00F3A7-AEDA-49B7-8251-EBA637D449FC}" type="presParOf" srcId="{2ADF555B-29E2-4C08-A86B-DDBF92C65DFA}" destId="{AE879807-C846-427F-9B5F-08BE78DA72FC}" srcOrd="0" destOrd="0" presId="urn:microsoft.com/office/officeart/2016/7/layout/RepeatingBendingProcessNew"/>
    <dgm:cxn modelId="{B8058F7D-ED7E-4535-9F76-6A93DCF097B8}" type="presParOf" srcId="{AB4E48E1-C322-4E3C-B317-99409CFC42DD}" destId="{8C0AAC17-9298-4745-9481-B8AB99A66DA3}" srcOrd="6" destOrd="0" presId="urn:microsoft.com/office/officeart/2016/7/layout/RepeatingBendingProcessNew"/>
    <dgm:cxn modelId="{5F304090-95C0-4A96-BD71-46A0FC47FBA0}" type="presParOf" srcId="{AB4E48E1-C322-4E3C-B317-99409CFC42DD}" destId="{2C775D33-F053-4446-88BB-5ECEDA2650A2}" srcOrd="7" destOrd="0" presId="urn:microsoft.com/office/officeart/2016/7/layout/RepeatingBendingProcessNew"/>
    <dgm:cxn modelId="{F9E5E145-1076-45DC-9ED4-E9B16393D6E3}" type="presParOf" srcId="{2C775D33-F053-4446-88BB-5ECEDA2650A2}" destId="{2681929F-DF1C-452F-8697-7F9820F7E40B}" srcOrd="0" destOrd="0" presId="urn:microsoft.com/office/officeart/2016/7/layout/RepeatingBendingProcessNew"/>
    <dgm:cxn modelId="{FAFCA8F8-493D-4302-A18C-C11F848B98EF}" type="presParOf" srcId="{AB4E48E1-C322-4E3C-B317-99409CFC42DD}" destId="{FD00B524-4A6E-4E53-9880-CD69B33B143C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0934C8-DAE0-4F8D-9587-3A52CAFF8539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DA9ABED-11E1-4297-9150-34214EA781F6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Objectives of the Project</a:t>
          </a:r>
          <a:endParaRPr lang="en-US" dirty="0">
            <a:solidFill>
              <a:schemeClr val="tx1"/>
            </a:solidFill>
          </a:endParaRPr>
        </a:p>
      </dgm:t>
    </dgm:pt>
    <dgm:pt modelId="{E6ED0FEF-3CF7-491F-9576-898AAC3485EC}" type="parTrans" cxnId="{4B2B3670-DEAD-46A9-B556-BB9D12ABFC73}">
      <dgm:prSet/>
      <dgm:spPr/>
      <dgm:t>
        <a:bodyPr/>
        <a:lstStyle/>
        <a:p>
          <a:endParaRPr lang="en-US"/>
        </a:p>
      </dgm:t>
    </dgm:pt>
    <dgm:pt modelId="{E9A16C8B-B50B-49F0-B478-84AAA412F8FE}" type="sibTrans" cxnId="{4B2B3670-DEAD-46A9-B556-BB9D12ABFC73}">
      <dgm:prSet/>
      <dgm:spPr/>
      <dgm:t>
        <a:bodyPr/>
        <a:lstStyle/>
        <a:p>
          <a:endParaRPr lang="en-US"/>
        </a:p>
      </dgm:t>
    </dgm:pt>
    <dgm:pt modelId="{C21EA18E-4742-44B6-833B-DBD44FBE2709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Monitor </a:t>
          </a:r>
          <a:r>
            <a:rPr lang="en-US" b="1" dirty="0">
              <a:solidFill>
                <a:schemeClr val="tx1"/>
              </a:solidFill>
            </a:rPr>
            <a:t>deforestation</a:t>
          </a:r>
          <a:r>
            <a:rPr lang="en-US" dirty="0">
              <a:solidFill>
                <a:schemeClr val="tx1"/>
              </a:solidFill>
            </a:rPr>
            <a:t> in Kondapalli Reserve Forest using satellite imagery. </a:t>
          </a:r>
        </a:p>
      </dgm:t>
    </dgm:pt>
    <dgm:pt modelId="{B516ACCE-E5CD-44FC-B611-4C29245AEBEB}" type="parTrans" cxnId="{69E8A07E-51E1-4EC8-A266-D6247842A8A9}">
      <dgm:prSet/>
      <dgm:spPr/>
      <dgm:t>
        <a:bodyPr/>
        <a:lstStyle/>
        <a:p>
          <a:endParaRPr lang="en-US"/>
        </a:p>
      </dgm:t>
    </dgm:pt>
    <dgm:pt modelId="{75C0A0F3-8833-4828-BDD2-DB43B362FCB8}" type="sibTrans" cxnId="{69E8A07E-51E1-4EC8-A266-D6247842A8A9}">
      <dgm:prSet/>
      <dgm:spPr/>
      <dgm:t>
        <a:bodyPr/>
        <a:lstStyle/>
        <a:p>
          <a:endParaRPr lang="en-US"/>
        </a:p>
      </dgm:t>
    </dgm:pt>
    <dgm:pt modelId="{A1FE78E3-2F8B-47C2-86DC-80CF9FA51461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Analyze </a:t>
          </a:r>
          <a:r>
            <a:rPr lang="en-US" b="1" dirty="0">
              <a:solidFill>
                <a:schemeClr val="tx1"/>
              </a:solidFill>
            </a:rPr>
            <a:t>air pollution</a:t>
          </a:r>
          <a:r>
            <a:rPr lang="en-US" dirty="0">
              <a:solidFill>
                <a:schemeClr val="tx1"/>
              </a:solidFill>
            </a:rPr>
            <a:t> and its impact on the forest environment. </a:t>
          </a:r>
        </a:p>
      </dgm:t>
    </dgm:pt>
    <dgm:pt modelId="{8085FF3E-DFA5-40F1-9CD6-524D603780F0}" type="parTrans" cxnId="{0031F1C4-B768-490F-8710-75FB70B42734}">
      <dgm:prSet/>
      <dgm:spPr/>
      <dgm:t>
        <a:bodyPr/>
        <a:lstStyle/>
        <a:p>
          <a:endParaRPr lang="en-US"/>
        </a:p>
      </dgm:t>
    </dgm:pt>
    <dgm:pt modelId="{D762C83E-327A-48E4-8298-C492633B4AA7}" type="sibTrans" cxnId="{0031F1C4-B768-490F-8710-75FB70B42734}">
      <dgm:prSet/>
      <dgm:spPr/>
      <dgm:t>
        <a:bodyPr/>
        <a:lstStyle/>
        <a:p>
          <a:endParaRPr lang="en-US"/>
        </a:p>
      </dgm:t>
    </dgm:pt>
    <dgm:pt modelId="{8697B1DD-6649-45CB-9A74-C198DAED0D46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Perform </a:t>
          </a:r>
          <a:r>
            <a:rPr lang="en-US" b="1" dirty="0">
              <a:solidFill>
                <a:schemeClr val="tx1"/>
              </a:solidFill>
            </a:rPr>
            <a:t>Land Use and Land Cover (LULC) classification over multiple decades</a:t>
          </a:r>
          <a:r>
            <a:rPr lang="en-US" dirty="0">
              <a:solidFill>
                <a:schemeClr val="tx1"/>
              </a:solidFill>
            </a:rPr>
            <a:t> using Machine Learning. </a:t>
          </a:r>
          <a:br>
            <a:rPr lang="en-US" dirty="0">
              <a:solidFill>
                <a:schemeClr val="tx1"/>
              </a:solidFill>
            </a:rPr>
          </a:br>
          <a:endParaRPr lang="en-US" dirty="0">
            <a:solidFill>
              <a:schemeClr val="tx1"/>
            </a:solidFill>
          </a:endParaRPr>
        </a:p>
      </dgm:t>
    </dgm:pt>
    <dgm:pt modelId="{92B372D0-783C-4BF2-8250-B6D45F81AC85}" type="parTrans" cxnId="{7AE1AA0C-491B-4842-AA7F-CCD6B2480154}">
      <dgm:prSet/>
      <dgm:spPr/>
      <dgm:t>
        <a:bodyPr/>
        <a:lstStyle/>
        <a:p>
          <a:endParaRPr lang="en-US"/>
        </a:p>
      </dgm:t>
    </dgm:pt>
    <dgm:pt modelId="{ED97A561-F043-46AE-95EB-A9898689CF1C}" type="sibTrans" cxnId="{7AE1AA0C-491B-4842-AA7F-CCD6B2480154}">
      <dgm:prSet/>
      <dgm:spPr/>
      <dgm:t>
        <a:bodyPr/>
        <a:lstStyle/>
        <a:p>
          <a:endParaRPr lang="en-US"/>
        </a:p>
      </dgm:t>
    </dgm:pt>
    <dgm:pt modelId="{E337A2CE-0C23-4441-B96B-A6C0872D37D0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Expected Outcomes of the Project</a:t>
          </a:r>
          <a:endParaRPr lang="en-US" dirty="0">
            <a:solidFill>
              <a:schemeClr val="tx1"/>
            </a:solidFill>
          </a:endParaRPr>
        </a:p>
      </dgm:t>
    </dgm:pt>
    <dgm:pt modelId="{81AC8288-300E-4857-85C1-1B055B509270}" type="parTrans" cxnId="{03115488-31D1-48F0-B684-7234378D1F48}">
      <dgm:prSet/>
      <dgm:spPr/>
      <dgm:t>
        <a:bodyPr/>
        <a:lstStyle/>
        <a:p>
          <a:endParaRPr lang="en-US"/>
        </a:p>
      </dgm:t>
    </dgm:pt>
    <dgm:pt modelId="{5879DFD8-E5BD-4CFE-B962-E0E09F613BB5}" type="sibTrans" cxnId="{03115488-31D1-48F0-B684-7234378D1F48}">
      <dgm:prSet/>
      <dgm:spPr/>
      <dgm:t>
        <a:bodyPr/>
        <a:lstStyle/>
        <a:p>
          <a:endParaRPr lang="en-US"/>
        </a:p>
      </dgm:t>
    </dgm:pt>
    <dgm:pt modelId="{7848AC53-1E05-4E6A-816F-A3BCA5EFBD5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Accurate of the Kondapalli Reserve Forest. </a:t>
          </a:r>
        </a:p>
      </dgm:t>
    </dgm:pt>
    <dgm:pt modelId="{5E82F9B3-AC79-42F9-8BCE-72C193C00F56}" type="parTrans" cxnId="{5B47A653-7D50-415A-834C-466CDFE4D8A1}">
      <dgm:prSet/>
      <dgm:spPr/>
      <dgm:t>
        <a:bodyPr/>
        <a:lstStyle/>
        <a:p>
          <a:endParaRPr lang="en-US"/>
        </a:p>
      </dgm:t>
    </dgm:pt>
    <dgm:pt modelId="{9C8BB22D-BCC4-46E9-94F9-1BAE6433016B}" type="sibTrans" cxnId="{5B47A653-7D50-415A-834C-466CDFE4D8A1}">
      <dgm:prSet/>
      <dgm:spPr/>
      <dgm:t>
        <a:bodyPr/>
        <a:lstStyle/>
        <a:p>
          <a:endParaRPr lang="en-US"/>
        </a:p>
      </dgm:t>
    </dgm:pt>
    <dgm:pt modelId="{F66665B4-EE80-43AC-B537-C1382134954E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Identification </a:t>
          </a:r>
          <a:r>
            <a:rPr lang="en-US" b="1" dirty="0">
              <a:solidFill>
                <a:schemeClr val="tx1"/>
              </a:solidFill>
            </a:rPr>
            <a:t>LULC maps </a:t>
          </a:r>
          <a:r>
            <a:rPr lang="en-US" dirty="0">
              <a:solidFill>
                <a:schemeClr val="tx1"/>
              </a:solidFill>
            </a:rPr>
            <a:t> of </a:t>
          </a:r>
          <a:r>
            <a:rPr lang="en-US" b="1" dirty="0">
              <a:solidFill>
                <a:schemeClr val="tx1"/>
              </a:solidFill>
            </a:rPr>
            <a:t>deforestation trends</a:t>
          </a:r>
          <a:r>
            <a:rPr lang="en-US" dirty="0">
              <a:solidFill>
                <a:schemeClr val="tx1"/>
              </a:solidFill>
            </a:rPr>
            <a:t> and affected areas. </a:t>
          </a:r>
        </a:p>
      </dgm:t>
    </dgm:pt>
    <dgm:pt modelId="{0B4A5283-63E1-4937-BA1C-D8F7325FFFB4}" type="parTrans" cxnId="{A3906A2C-ABEA-47C3-8940-94A5678E75C2}">
      <dgm:prSet/>
      <dgm:spPr/>
      <dgm:t>
        <a:bodyPr/>
        <a:lstStyle/>
        <a:p>
          <a:endParaRPr lang="en-US"/>
        </a:p>
      </dgm:t>
    </dgm:pt>
    <dgm:pt modelId="{806A85ED-FD0D-4FE6-9D05-D82C940956A6}" type="sibTrans" cxnId="{A3906A2C-ABEA-47C3-8940-94A5678E75C2}">
      <dgm:prSet/>
      <dgm:spPr/>
      <dgm:t>
        <a:bodyPr/>
        <a:lstStyle/>
        <a:p>
          <a:endParaRPr lang="en-US"/>
        </a:p>
      </dgm:t>
    </dgm:pt>
    <dgm:pt modelId="{42E65621-1496-4EC3-9BCB-2D0A778FD015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Analysis of </a:t>
          </a:r>
          <a:r>
            <a:rPr lang="en-US" b="1" dirty="0">
              <a:solidFill>
                <a:schemeClr val="tx1"/>
              </a:solidFill>
            </a:rPr>
            <a:t>air pollution patterns</a:t>
          </a:r>
          <a:r>
            <a:rPr lang="en-US" dirty="0">
              <a:solidFill>
                <a:schemeClr val="tx1"/>
              </a:solidFill>
            </a:rPr>
            <a:t> in the study area. </a:t>
          </a:r>
        </a:p>
      </dgm:t>
    </dgm:pt>
    <dgm:pt modelId="{C70BD601-ACEB-4C43-8DDE-24056AC67ECA}" type="parTrans" cxnId="{B64AAE09-9D42-4954-8B92-D7100877A1DE}">
      <dgm:prSet/>
      <dgm:spPr/>
      <dgm:t>
        <a:bodyPr/>
        <a:lstStyle/>
        <a:p>
          <a:endParaRPr lang="en-US"/>
        </a:p>
      </dgm:t>
    </dgm:pt>
    <dgm:pt modelId="{D41D60DA-956D-4C6A-8D08-76261C655F37}" type="sibTrans" cxnId="{B64AAE09-9D42-4954-8B92-D7100877A1DE}">
      <dgm:prSet/>
      <dgm:spPr/>
      <dgm:t>
        <a:bodyPr/>
        <a:lstStyle/>
        <a:p>
          <a:endParaRPr lang="en-US"/>
        </a:p>
      </dgm:t>
    </dgm:pt>
    <dgm:pt modelId="{6B734F60-8115-4679-91D4-6C34851FE763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Prediction of future </a:t>
          </a:r>
          <a:r>
            <a:rPr lang="en-US" b="1" dirty="0">
              <a:solidFill>
                <a:schemeClr val="tx1"/>
              </a:solidFill>
            </a:rPr>
            <a:t>forest cover and land use changes</a:t>
          </a:r>
          <a:r>
            <a:rPr lang="en-US" dirty="0">
              <a:solidFill>
                <a:schemeClr val="tx1"/>
              </a:solidFill>
            </a:rPr>
            <a:t>. </a:t>
          </a:r>
        </a:p>
      </dgm:t>
    </dgm:pt>
    <dgm:pt modelId="{D6C5294C-8831-4CBF-A9C7-9C7858DD57AA}" type="parTrans" cxnId="{0681022B-C0C7-4450-92A8-43E912AA67AF}">
      <dgm:prSet/>
      <dgm:spPr/>
      <dgm:t>
        <a:bodyPr/>
        <a:lstStyle/>
        <a:p>
          <a:endParaRPr lang="en-US"/>
        </a:p>
      </dgm:t>
    </dgm:pt>
    <dgm:pt modelId="{9AEB8B09-96E0-4CB1-830D-F0146995EFAB}" type="sibTrans" cxnId="{0681022B-C0C7-4450-92A8-43E912AA67AF}">
      <dgm:prSet/>
      <dgm:spPr/>
      <dgm:t>
        <a:bodyPr/>
        <a:lstStyle/>
        <a:p>
          <a:endParaRPr lang="en-US"/>
        </a:p>
      </dgm:t>
    </dgm:pt>
    <dgm:pt modelId="{7ECC9745-0D4C-496A-8564-1A6C61B56820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 decision-support system for </a:t>
          </a:r>
          <a:r>
            <a:rPr lang="en-US" b="1" dirty="0">
              <a:solidFill>
                <a:schemeClr val="tx1"/>
              </a:solidFill>
            </a:rPr>
            <a:t>environmental monitoring and sustainable forest management</a:t>
          </a:r>
          <a:r>
            <a:rPr lang="en-US" dirty="0">
              <a:solidFill>
                <a:schemeClr val="tx1"/>
              </a:solidFill>
            </a:rPr>
            <a:t>.</a:t>
          </a:r>
        </a:p>
      </dgm:t>
    </dgm:pt>
    <dgm:pt modelId="{492598F4-CA82-489F-A7B6-6599BD0A8D4B}" type="parTrans" cxnId="{D7381019-288A-4EBF-AD6A-FC9709F1785A}">
      <dgm:prSet/>
      <dgm:spPr/>
      <dgm:t>
        <a:bodyPr/>
        <a:lstStyle/>
        <a:p>
          <a:endParaRPr lang="en-US"/>
        </a:p>
      </dgm:t>
    </dgm:pt>
    <dgm:pt modelId="{2CB4CEF1-EEA1-440F-9497-FB3DBFF0A596}" type="sibTrans" cxnId="{D7381019-288A-4EBF-AD6A-FC9709F1785A}">
      <dgm:prSet/>
      <dgm:spPr/>
      <dgm:t>
        <a:bodyPr/>
        <a:lstStyle/>
        <a:p>
          <a:endParaRPr lang="en-US"/>
        </a:p>
      </dgm:t>
    </dgm:pt>
    <dgm:pt modelId="{F75EA6FD-5E0C-468E-9C57-0724E8EA98AE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Multi-decadal LULC classification maps.</a:t>
          </a:r>
        </a:p>
      </dgm:t>
    </dgm:pt>
    <dgm:pt modelId="{18E48BE7-1757-43A6-988B-BBBB0021F171}" type="parTrans" cxnId="{294D7596-63FD-45DF-8ADE-1DDE4C63D255}">
      <dgm:prSet/>
      <dgm:spPr/>
      <dgm:t>
        <a:bodyPr/>
        <a:lstStyle/>
        <a:p>
          <a:endParaRPr lang="en-US"/>
        </a:p>
      </dgm:t>
    </dgm:pt>
    <dgm:pt modelId="{A6BC4506-F2C7-4992-95D1-873E0A1841F5}" type="sibTrans" cxnId="{294D7596-63FD-45DF-8ADE-1DDE4C63D255}">
      <dgm:prSet/>
      <dgm:spPr/>
      <dgm:t>
        <a:bodyPr/>
        <a:lstStyle/>
        <a:p>
          <a:endParaRPr lang="en-US"/>
        </a:p>
      </dgm:t>
    </dgm:pt>
    <dgm:pt modelId="{504FB6BC-B810-4542-B6FF-A191D1785EF9}" type="pres">
      <dgm:prSet presAssocID="{0D0934C8-DAE0-4F8D-9587-3A52CAFF8539}" presName="diagram" presStyleCnt="0">
        <dgm:presLayoutVars>
          <dgm:dir/>
          <dgm:resizeHandles val="exact"/>
        </dgm:presLayoutVars>
      </dgm:prSet>
      <dgm:spPr/>
    </dgm:pt>
    <dgm:pt modelId="{9183FD13-45FA-43F9-8D28-82961D603BEA}" type="pres">
      <dgm:prSet presAssocID="{DDA9ABED-11E1-4297-9150-34214EA781F6}" presName="node" presStyleLbl="node1" presStyleIdx="0" presStyleCnt="2">
        <dgm:presLayoutVars>
          <dgm:bulletEnabled val="1"/>
        </dgm:presLayoutVars>
      </dgm:prSet>
      <dgm:spPr/>
    </dgm:pt>
    <dgm:pt modelId="{81F6C5BF-B25D-4C2F-A6D7-F2C6EE8C58E8}" type="pres">
      <dgm:prSet presAssocID="{E9A16C8B-B50B-49F0-B478-84AAA412F8FE}" presName="sibTrans" presStyleCnt="0"/>
      <dgm:spPr/>
    </dgm:pt>
    <dgm:pt modelId="{9E86647C-B7C5-4E7F-826C-FDB48DB96C73}" type="pres">
      <dgm:prSet presAssocID="{E337A2CE-0C23-4441-B96B-A6C0872D37D0}" presName="node" presStyleLbl="node1" presStyleIdx="1" presStyleCnt="2">
        <dgm:presLayoutVars>
          <dgm:bulletEnabled val="1"/>
        </dgm:presLayoutVars>
      </dgm:prSet>
      <dgm:spPr/>
    </dgm:pt>
  </dgm:ptLst>
  <dgm:cxnLst>
    <dgm:cxn modelId="{B64AAE09-9D42-4954-8B92-D7100877A1DE}" srcId="{E337A2CE-0C23-4441-B96B-A6C0872D37D0}" destId="{42E65621-1496-4EC3-9BCB-2D0A778FD015}" srcOrd="2" destOrd="0" parTransId="{C70BD601-ACEB-4C43-8DDE-24056AC67ECA}" sibTransId="{D41D60DA-956D-4C6A-8D08-76261C655F37}"/>
    <dgm:cxn modelId="{7AE1AA0C-491B-4842-AA7F-CCD6B2480154}" srcId="{DDA9ABED-11E1-4297-9150-34214EA781F6}" destId="{8697B1DD-6649-45CB-9A74-C198DAED0D46}" srcOrd="2" destOrd="0" parTransId="{92B372D0-783C-4BF2-8250-B6D45F81AC85}" sibTransId="{ED97A561-F043-46AE-95EB-A9898689CF1C}"/>
    <dgm:cxn modelId="{D7381019-288A-4EBF-AD6A-FC9709F1785A}" srcId="{E337A2CE-0C23-4441-B96B-A6C0872D37D0}" destId="{7ECC9745-0D4C-496A-8564-1A6C61B56820}" srcOrd="4" destOrd="0" parTransId="{492598F4-CA82-489F-A7B6-6599BD0A8D4B}" sibTransId="{2CB4CEF1-EEA1-440F-9497-FB3DBFF0A596}"/>
    <dgm:cxn modelId="{80881F19-17F8-4A39-8A4B-F082F1B418DA}" type="presOf" srcId="{7848AC53-1E05-4E6A-816F-A3BCA5EFBD54}" destId="{9E86647C-B7C5-4E7F-826C-FDB48DB96C73}" srcOrd="0" destOrd="1" presId="urn:microsoft.com/office/officeart/2005/8/layout/default"/>
    <dgm:cxn modelId="{0681022B-C0C7-4450-92A8-43E912AA67AF}" srcId="{E337A2CE-0C23-4441-B96B-A6C0872D37D0}" destId="{6B734F60-8115-4679-91D4-6C34851FE763}" srcOrd="3" destOrd="0" parTransId="{D6C5294C-8831-4CBF-A9C7-9C7858DD57AA}" sibTransId="{9AEB8B09-96E0-4CB1-830D-F0146995EFAB}"/>
    <dgm:cxn modelId="{A3906A2C-ABEA-47C3-8940-94A5678E75C2}" srcId="{E337A2CE-0C23-4441-B96B-A6C0872D37D0}" destId="{F66665B4-EE80-43AC-B537-C1382134954E}" srcOrd="1" destOrd="0" parTransId="{0B4A5283-63E1-4937-BA1C-D8F7325FFFB4}" sibTransId="{806A85ED-FD0D-4FE6-9D05-D82C940956A6}"/>
    <dgm:cxn modelId="{9FF8182D-03D6-49FA-BD6B-66A0E600FE03}" type="presOf" srcId="{42E65621-1496-4EC3-9BCB-2D0A778FD015}" destId="{9E86647C-B7C5-4E7F-826C-FDB48DB96C73}" srcOrd="0" destOrd="3" presId="urn:microsoft.com/office/officeart/2005/8/layout/default"/>
    <dgm:cxn modelId="{03C93D32-FBC9-42C2-84D6-1E18BF6B58E0}" type="presOf" srcId="{C21EA18E-4742-44B6-833B-DBD44FBE2709}" destId="{9183FD13-45FA-43F9-8D28-82961D603BEA}" srcOrd="0" destOrd="1" presId="urn:microsoft.com/office/officeart/2005/8/layout/default"/>
    <dgm:cxn modelId="{D7EFBE6F-2720-4B02-9F4D-DA5E1DB59D2E}" type="presOf" srcId="{7ECC9745-0D4C-496A-8564-1A6C61B56820}" destId="{9E86647C-B7C5-4E7F-826C-FDB48DB96C73}" srcOrd="0" destOrd="5" presId="urn:microsoft.com/office/officeart/2005/8/layout/default"/>
    <dgm:cxn modelId="{4B2B3670-DEAD-46A9-B556-BB9D12ABFC73}" srcId="{0D0934C8-DAE0-4F8D-9587-3A52CAFF8539}" destId="{DDA9ABED-11E1-4297-9150-34214EA781F6}" srcOrd="0" destOrd="0" parTransId="{E6ED0FEF-3CF7-491F-9576-898AAC3485EC}" sibTransId="{E9A16C8B-B50B-49F0-B478-84AAA412F8FE}"/>
    <dgm:cxn modelId="{A98CAD50-BF35-4871-9BE1-3A764F51387A}" type="presOf" srcId="{DDA9ABED-11E1-4297-9150-34214EA781F6}" destId="{9183FD13-45FA-43F9-8D28-82961D603BEA}" srcOrd="0" destOrd="0" presId="urn:microsoft.com/office/officeart/2005/8/layout/default"/>
    <dgm:cxn modelId="{5B47A653-7D50-415A-834C-466CDFE4D8A1}" srcId="{E337A2CE-0C23-4441-B96B-A6C0872D37D0}" destId="{7848AC53-1E05-4E6A-816F-A3BCA5EFBD54}" srcOrd="0" destOrd="0" parTransId="{5E82F9B3-AC79-42F9-8BCE-72C193C00F56}" sibTransId="{9C8BB22D-BCC4-46E9-94F9-1BAE6433016B}"/>
    <dgm:cxn modelId="{99ABAF54-E787-45E6-A929-EA5871C840A6}" type="presOf" srcId="{F75EA6FD-5E0C-468E-9C57-0724E8EA98AE}" destId="{9E86647C-B7C5-4E7F-826C-FDB48DB96C73}" srcOrd="0" destOrd="6" presId="urn:microsoft.com/office/officeart/2005/8/layout/default"/>
    <dgm:cxn modelId="{E60F0E57-A9B0-43BD-B817-6CFDCE50709A}" type="presOf" srcId="{8697B1DD-6649-45CB-9A74-C198DAED0D46}" destId="{9183FD13-45FA-43F9-8D28-82961D603BEA}" srcOrd="0" destOrd="3" presId="urn:microsoft.com/office/officeart/2005/8/layout/default"/>
    <dgm:cxn modelId="{69E8A07E-51E1-4EC8-A266-D6247842A8A9}" srcId="{DDA9ABED-11E1-4297-9150-34214EA781F6}" destId="{C21EA18E-4742-44B6-833B-DBD44FBE2709}" srcOrd="0" destOrd="0" parTransId="{B516ACCE-E5CD-44FC-B611-4C29245AEBEB}" sibTransId="{75C0A0F3-8833-4828-BDD2-DB43B362FCB8}"/>
    <dgm:cxn modelId="{03115488-31D1-48F0-B684-7234378D1F48}" srcId="{0D0934C8-DAE0-4F8D-9587-3A52CAFF8539}" destId="{E337A2CE-0C23-4441-B96B-A6C0872D37D0}" srcOrd="1" destOrd="0" parTransId="{81AC8288-300E-4857-85C1-1B055B509270}" sibTransId="{5879DFD8-E5BD-4CFE-B962-E0E09F613BB5}"/>
    <dgm:cxn modelId="{294D7596-63FD-45DF-8ADE-1DDE4C63D255}" srcId="{E337A2CE-0C23-4441-B96B-A6C0872D37D0}" destId="{F75EA6FD-5E0C-468E-9C57-0724E8EA98AE}" srcOrd="5" destOrd="0" parTransId="{18E48BE7-1757-43A6-988B-BBBB0021F171}" sibTransId="{A6BC4506-F2C7-4992-95D1-873E0A1841F5}"/>
    <dgm:cxn modelId="{8F3C179E-452E-4B56-B162-C4F1CF0842A2}" type="presOf" srcId="{F66665B4-EE80-43AC-B537-C1382134954E}" destId="{9E86647C-B7C5-4E7F-826C-FDB48DB96C73}" srcOrd="0" destOrd="2" presId="urn:microsoft.com/office/officeart/2005/8/layout/default"/>
    <dgm:cxn modelId="{ACEA41A9-722D-4613-BAE0-A97E50E4A61A}" type="presOf" srcId="{E337A2CE-0C23-4441-B96B-A6C0872D37D0}" destId="{9E86647C-B7C5-4E7F-826C-FDB48DB96C73}" srcOrd="0" destOrd="0" presId="urn:microsoft.com/office/officeart/2005/8/layout/default"/>
    <dgm:cxn modelId="{0031F1C4-B768-490F-8710-75FB70B42734}" srcId="{DDA9ABED-11E1-4297-9150-34214EA781F6}" destId="{A1FE78E3-2F8B-47C2-86DC-80CF9FA51461}" srcOrd="1" destOrd="0" parTransId="{8085FF3E-DFA5-40F1-9CD6-524D603780F0}" sibTransId="{D762C83E-327A-48E4-8298-C492633B4AA7}"/>
    <dgm:cxn modelId="{834FF1C9-6457-4BCC-A042-120BF85F7B83}" type="presOf" srcId="{6B734F60-8115-4679-91D4-6C34851FE763}" destId="{9E86647C-B7C5-4E7F-826C-FDB48DB96C73}" srcOrd="0" destOrd="4" presId="urn:microsoft.com/office/officeart/2005/8/layout/default"/>
    <dgm:cxn modelId="{BF632DDD-F2B2-44F7-99BB-3B3079731748}" type="presOf" srcId="{A1FE78E3-2F8B-47C2-86DC-80CF9FA51461}" destId="{9183FD13-45FA-43F9-8D28-82961D603BEA}" srcOrd="0" destOrd="2" presId="urn:microsoft.com/office/officeart/2005/8/layout/default"/>
    <dgm:cxn modelId="{00F1ABF0-BA66-4F7A-979B-00D44C1CE5E6}" type="presOf" srcId="{0D0934C8-DAE0-4F8D-9587-3A52CAFF8539}" destId="{504FB6BC-B810-4542-B6FF-A191D1785EF9}" srcOrd="0" destOrd="0" presId="urn:microsoft.com/office/officeart/2005/8/layout/default"/>
    <dgm:cxn modelId="{4F574334-2DB9-4486-86B5-26F904D3A8BA}" type="presParOf" srcId="{504FB6BC-B810-4542-B6FF-A191D1785EF9}" destId="{9183FD13-45FA-43F9-8D28-82961D603BEA}" srcOrd="0" destOrd="0" presId="urn:microsoft.com/office/officeart/2005/8/layout/default"/>
    <dgm:cxn modelId="{E43D7C86-AC7C-4D2A-BA42-9CE29D10B29F}" type="presParOf" srcId="{504FB6BC-B810-4542-B6FF-A191D1785EF9}" destId="{81F6C5BF-B25D-4C2F-A6D7-F2C6EE8C58E8}" srcOrd="1" destOrd="0" presId="urn:microsoft.com/office/officeart/2005/8/layout/default"/>
    <dgm:cxn modelId="{5D1D5EB1-FEF8-44AE-B55F-72C99EAA4018}" type="presParOf" srcId="{504FB6BC-B810-4542-B6FF-A191D1785EF9}" destId="{9E86647C-B7C5-4E7F-826C-FDB48DB96C73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342D4E-7235-4AF7-AB37-7C25AA44260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B298BD8-861F-410B-B08E-8BB0A4AFBADB}">
      <dgm:prSet/>
      <dgm:spPr/>
      <dgm:t>
        <a:bodyPr/>
        <a:lstStyle/>
        <a:p>
          <a:r>
            <a:rPr lang="en-US" b="1" dirty="0">
              <a:solidFill>
                <a:srgbClr val="C00000"/>
              </a:solidFill>
            </a:rPr>
            <a:t>Datasets</a:t>
          </a:r>
          <a:endParaRPr lang="en-US" dirty="0">
            <a:solidFill>
              <a:srgbClr val="C00000"/>
            </a:solidFill>
          </a:endParaRPr>
        </a:p>
      </dgm:t>
    </dgm:pt>
    <dgm:pt modelId="{AA9ABA29-A534-4E99-85B4-B948FF482B9B}" type="parTrans" cxnId="{014774F1-DCF2-4B2D-BB6B-857CE774B362}">
      <dgm:prSet/>
      <dgm:spPr/>
      <dgm:t>
        <a:bodyPr/>
        <a:lstStyle/>
        <a:p>
          <a:endParaRPr lang="en-US"/>
        </a:p>
      </dgm:t>
    </dgm:pt>
    <dgm:pt modelId="{85CDB2E5-9C05-4A67-8C85-C5C25B4F42B4}" type="sibTrans" cxnId="{014774F1-DCF2-4B2D-BB6B-857CE774B362}">
      <dgm:prSet/>
      <dgm:spPr/>
      <dgm:t>
        <a:bodyPr/>
        <a:lstStyle/>
        <a:p>
          <a:endParaRPr lang="en-US"/>
        </a:p>
      </dgm:t>
    </dgm:pt>
    <dgm:pt modelId="{DC66E895-568E-4AFA-BEFC-E6A3C4DB8B9E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Sentinel-2 Satellite Images </a:t>
          </a:r>
        </a:p>
      </dgm:t>
    </dgm:pt>
    <dgm:pt modelId="{D849D26A-A84A-4D3B-93F9-B50CD780F3FE}" type="parTrans" cxnId="{DDF868F1-7A30-4273-9A7F-115B5158BE2C}">
      <dgm:prSet/>
      <dgm:spPr/>
      <dgm:t>
        <a:bodyPr/>
        <a:lstStyle/>
        <a:p>
          <a:endParaRPr lang="en-US"/>
        </a:p>
      </dgm:t>
    </dgm:pt>
    <dgm:pt modelId="{C2BFD9F2-4EE4-4787-8769-1B73603B5A3B}" type="sibTrans" cxnId="{DDF868F1-7A30-4273-9A7F-115B5158BE2C}">
      <dgm:prSet/>
      <dgm:spPr/>
      <dgm:t>
        <a:bodyPr/>
        <a:lstStyle/>
        <a:p>
          <a:endParaRPr lang="en-US"/>
        </a:p>
      </dgm:t>
    </dgm:pt>
    <dgm:pt modelId="{0148E182-2C83-4E04-9449-59308CC0E4E3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Landsat 8/9 Images </a:t>
          </a:r>
        </a:p>
      </dgm:t>
    </dgm:pt>
    <dgm:pt modelId="{D15C7B52-3B99-46B3-AC61-D8C350C9A2DE}" type="parTrans" cxnId="{AD9D8235-47F1-4EB4-8B1B-4C3FCC92B428}">
      <dgm:prSet/>
      <dgm:spPr/>
      <dgm:t>
        <a:bodyPr/>
        <a:lstStyle/>
        <a:p>
          <a:endParaRPr lang="en-US"/>
        </a:p>
      </dgm:t>
    </dgm:pt>
    <dgm:pt modelId="{044AFD2B-EACA-4486-9906-5E8AB9D8B08D}" type="sibTrans" cxnId="{AD9D8235-47F1-4EB4-8B1B-4C3FCC92B428}">
      <dgm:prSet/>
      <dgm:spPr/>
      <dgm:t>
        <a:bodyPr/>
        <a:lstStyle/>
        <a:p>
          <a:endParaRPr lang="en-US"/>
        </a:p>
      </dgm:t>
    </dgm:pt>
    <dgm:pt modelId="{876BA500-63D4-41FA-8AFA-F1A098BF6D21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Sentinel-5P Air Pollution Data </a:t>
          </a:r>
        </a:p>
      </dgm:t>
    </dgm:pt>
    <dgm:pt modelId="{D1663383-6132-43C7-BAA7-A6CF74FE471E}" type="parTrans" cxnId="{B32156D6-AA73-430F-A15C-9D8C4F03BC0C}">
      <dgm:prSet/>
      <dgm:spPr/>
      <dgm:t>
        <a:bodyPr/>
        <a:lstStyle/>
        <a:p>
          <a:endParaRPr lang="en-US"/>
        </a:p>
      </dgm:t>
    </dgm:pt>
    <dgm:pt modelId="{FC6D387C-8E24-496A-82CC-1DD54C97F052}" type="sibTrans" cxnId="{B32156D6-AA73-430F-A15C-9D8C4F03BC0C}">
      <dgm:prSet/>
      <dgm:spPr/>
      <dgm:t>
        <a:bodyPr/>
        <a:lstStyle/>
        <a:p>
          <a:endParaRPr lang="en-US"/>
        </a:p>
      </dgm:t>
    </dgm:pt>
    <dgm:pt modelId="{C781E816-B828-4A1A-83DF-76F49034651B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Kondapalli Forest Boundary </a:t>
          </a:r>
        </a:p>
      </dgm:t>
    </dgm:pt>
    <dgm:pt modelId="{74800A57-7230-4D1E-B868-729BAEC2C0B4}" type="parTrans" cxnId="{A38F284C-260B-4EBA-8831-A7F1AB22F38E}">
      <dgm:prSet/>
      <dgm:spPr/>
      <dgm:t>
        <a:bodyPr/>
        <a:lstStyle/>
        <a:p>
          <a:endParaRPr lang="en-US"/>
        </a:p>
      </dgm:t>
    </dgm:pt>
    <dgm:pt modelId="{19167C29-E857-49D5-91D4-235B8201B88A}" type="sibTrans" cxnId="{A38F284C-260B-4EBA-8831-A7F1AB22F38E}">
      <dgm:prSet/>
      <dgm:spPr/>
      <dgm:t>
        <a:bodyPr/>
        <a:lstStyle/>
        <a:p>
          <a:endParaRPr lang="en-US"/>
        </a:p>
      </dgm:t>
    </dgm:pt>
    <dgm:pt modelId="{27CBFE0F-3CE3-44F6-9F65-AFE0BF063F49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Google Earth/ESA </a:t>
          </a:r>
          <a:r>
            <a:rPr lang="en-US" dirty="0" err="1">
              <a:solidFill>
                <a:schemeClr val="tx1"/>
              </a:solidFill>
            </a:rPr>
            <a:t>WorldCover</a:t>
          </a:r>
          <a:r>
            <a:rPr lang="en-US" dirty="0">
              <a:solidFill>
                <a:schemeClr val="tx1"/>
              </a:solidFill>
            </a:rPr>
            <a:t> (Reference Data) </a:t>
          </a:r>
        </a:p>
      </dgm:t>
    </dgm:pt>
    <dgm:pt modelId="{8D77007C-D417-4D18-8609-3C3F839A873D}" type="parTrans" cxnId="{D5FC87C9-AC76-47A5-AE2F-5872134180C9}">
      <dgm:prSet/>
      <dgm:spPr/>
      <dgm:t>
        <a:bodyPr/>
        <a:lstStyle/>
        <a:p>
          <a:endParaRPr lang="en-US"/>
        </a:p>
      </dgm:t>
    </dgm:pt>
    <dgm:pt modelId="{F942C850-46F5-4D02-BCE8-F392F7636807}" type="sibTrans" cxnId="{D5FC87C9-AC76-47A5-AE2F-5872134180C9}">
      <dgm:prSet/>
      <dgm:spPr/>
      <dgm:t>
        <a:bodyPr/>
        <a:lstStyle/>
        <a:p>
          <a:endParaRPr lang="en-US"/>
        </a:p>
      </dgm:t>
    </dgm:pt>
    <dgm:pt modelId="{52684CE0-60F8-4600-8C53-F675C7C19A3F}">
      <dgm:prSet/>
      <dgm:spPr/>
      <dgm:t>
        <a:bodyPr/>
        <a:lstStyle/>
        <a:p>
          <a:r>
            <a:rPr lang="en-US" b="1" dirty="0">
              <a:solidFill>
                <a:srgbClr val="C00000"/>
              </a:solidFill>
            </a:rPr>
            <a:t>Requirements</a:t>
          </a:r>
          <a:endParaRPr lang="en-US" dirty="0">
            <a:solidFill>
              <a:srgbClr val="C00000"/>
            </a:solidFill>
          </a:endParaRPr>
        </a:p>
      </dgm:t>
    </dgm:pt>
    <dgm:pt modelId="{485E3A02-CF9D-40BC-9368-0BEFEE3CBCBE}" type="parTrans" cxnId="{42D4D8D5-F799-4E3D-BDE3-E3D935292DE8}">
      <dgm:prSet/>
      <dgm:spPr/>
      <dgm:t>
        <a:bodyPr/>
        <a:lstStyle/>
        <a:p>
          <a:endParaRPr lang="en-US"/>
        </a:p>
      </dgm:t>
    </dgm:pt>
    <dgm:pt modelId="{F0C1E593-1437-41B6-A57B-0187E5E4D428}" type="sibTrans" cxnId="{42D4D8D5-F799-4E3D-BDE3-E3D935292DE8}">
      <dgm:prSet/>
      <dgm:spPr/>
      <dgm:t>
        <a:bodyPr/>
        <a:lstStyle/>
        <a:p>
          <a:endParaRPr lang="en-US"/>
        </a:p>
      </dgm:t>
    </dgm:pt>
    <dgm:pt modelId="{56BA5F26-1E0C-43DC-A294-6AD36991410B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Google Earth Engine </a:t>
          </a:r>
        </a:p>
      </dgm:t>
    </dgm:pt>
    <dgm:pt modelId="{32FA4D95-4167-4892-A4B0-CAAF7799BCD9}" type="parTrans" cxnId="{89E50B48-CC8B-42A9-8379-E2C549C2A58D}">
      <dgm:prSet/>
      <dgm:spPr/>
      <dgm:t>
        <a:bodyPr/>
        <a:lstStyle/>
        <a:p>
          <a:endParaRPr lang="en-US"/>
        </a:p>
      </dgm:t>
    </dgm:pt>
    <dgm:pt modelId="{67988581-F978-4232-AB30-5DB2149F8D86}" type="sibTrans" cxnId="{89E50B48-CC8B-42A9-8379-E2C549C2A58D}">
      <dgm:prSet/>
      <dgm:spPr/>
      <dgm:t>
        <a:bodyPr/>
        <a:lstStyle/>
        <a:p>
          <a:endParaRPr lang="en-US"/>
        </a:p>
      </dgm:t>
    </dgm:pt>
    <dgm:pt modelId="{D039A351-4BC2-4A1D-B07D-ADDF5D891730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Google Earth Pro </a:t>
          </a:r>
        </a:p>
      </dgm:t>
    </dgm:pt>
    <dgm:pt modelId="{AEFDB41F-2776-4795-8C55-2293F8F02CFF}" type="parTrans" cxnId="{D0849BC5-410B-4A4B-8238-D4469A3CE8EB}">
      <dgm:prSet/>
      <dgm:spPr/>
      <dgm:t>
        <a:bodyPr/>
        <a:lstStyle/>
        <a:p>
          <a:endParaRPr lang="en-US"/>
        </a:p>
      </dgm:t>
    </dgm:pt>
    <dgm:pt modelId="{15A8E650-78C3-498D-BB2D-86F09977E560}" type="sibTrans" cxnId="{D0849BC5-410B-4A4B-8238-D4469A3CE8EB}">
      <dgm:prSet/>
      <dgm:spPr/>
      <dgm:t>
        <a:bodyPr/>
        <a:lstStyle/>
        <a:p>
          <a:endParaRPr lang="en-US"/>
        </a:p>
      </dgm:t>
    </dgm:pt>
    <dgm:pt modelId="{DD05C26A-69B4-46C0-9B80-48FB9B40A89E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Python &amp; JavaScript </a:t>
          </a:r>
        </a:p>
      </dgm:t>
    </dgm:pt>
    <dgm:pt modelId="{D2FD7FA7-C8B9-4C4B-A2C9-9DBD80A24523}" type="parTrans" cxnId="{CB9D52A1-4B27-42DD-A6A1-8BBBEB4E913C}">
      <dgm:prSet/>
      <dgm:spPr/>
      <dgm:t>
        <a:bodyPr/>
        <a:lstStyle/>
        <a:p>
          <a:endParaRPr lang="en-US"/>
        </a:p>
      </dgm:t>
    </dgm:pt>
    <dgm:pt modelId="{D9868796-4551-4D12-AA45-E625582E4A52}" type="sibTrans" cxnId="{CB9D52A1-4B27-42DD-A6A1-8BBBEB4E913C}">
      <dgm:prSet/>
      <dgm:spPr/>
      <dgm:t>
        <a:bodyPr/>
        <a:lstStyle/>
        <a:p>
          <a:endParaRPr lang="en-US"/>
        </a:p>
      </dgm:t>
    </dgm:pt>
    <dgm:pt modelId="{3D410575-82A8-480E-B806-DCB81E4A37DA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Google </a:t>
          </a:r>
          <a:r>
            <a:rPr lang="en-US" dirty="0" err="1">
              <a:solidFill>
                <a:schemeClr val="tx1"/>
              </a:solidFill>
            </a:rPr>
            <a:t>Colab</a:t>
          </a:r>
          <a:r>
            <a:rPr lang="en-US" dirty="0">
              <a:solidFill>
                <a:schemeClr val="tx1"/>
              </a:solidFill>
            </a:rPr>
            <a:t>/Jupyter Notebook </a:t>
          </a:r>
        </a:p>
      </dgm:t>
    </dgm:pt>
    <dgm:pt modelId="{FFDD1F94-A4FE-43C4-8612-E7D69B269266}" type="parTrans" cxnId="{49922771-1D8B-4A2F-BECA-A13E26993536}">
      <dgm:prSet/>
      <dgm:spPr/>
      <dgm:t>
        <a:bodyPr/>
        <a:lstStyle/>
        <a:p>
          <a:endParaRPr lang="en-US"/>
        </a:p>
      </dgm:t>
    </dgm:pt>
    <dgm:pt modelId="{5B8BDC44-EDAD-4139-9897-19DE9D4B2EED}" type="sibTrans" cxnId="{49922771-1D8B-4A2F-BECA-A13E26993536}">
      <dgm:prSet/>
      <dgm:spPr/>
      <dgm:t>
        <a:bodyPr/>
        <a:lstStyle/>
        <a:p>
          <a:endParaRPr lang="en-US"/>
        </a:p>
      </dgm:t>
    </dgm:pt>
    <dgm:pt modelId="{655E0A80-5216-4B75-B93F-9441D87565DF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Scikit-learn, NumPy, Pandas, Matplotlib</a:t>
          </a:r>
        </a:p>
      </dgm:t>
    </dgm:pt>
    <dgm:pt modelId="{8B08D87E-B090-41D5-B06D-8FAF3D58BB85}" type="parTrans" cxnId="{7AED0D72-254A-42B2-BAF7-44DA832FB459}">
      <dgm:prSet/>
      <dgm:spPr/>
      <dgm:t>
        <a:bodyPr/>
        <a:lstStyle/>
        <a:p>
          <a:endParaRPr lang="en-US"/>
        </a:p>
      </dgm:t>
    </dgm:pt>
    <dgm:pt modelId="{18BD357C-1178-4BBC-9C10-E0A9C6F791C1}" type="sibTrans" cxnId="{7AED0D72-254A-42B2-BAF7-44DA832FB459}">
      <dgm:prSet/>
      <dgm:spPr/>
      <dgm:t>
        <a:bodyPr/>
        <a:lstStyle/>
        <a:p>
          <a:endParaRPr lang="en-US"/>
        </a:p>
      </dgm:t>
    </dgm:pt>
    <dgm:pt modelId="{7815285B-D8B3-412F-B056-9BEA85D14963}" type="pres">
      <dgm:prSet presAssocID="{05342D4E-7235-4AF7-AB37-7C25AA442601}" presName="linear" presStyleCnt="0">
        <dgm:presLayoutVars>
          <dgm:animLvl val="lvl"/>
          <dgm:resizeHandles val="exact"/>
        </dgm:presLayoutVars>
      </dgm:prSet>
      <dgm:spPr/>
    </dgm:pt>
    <dgm:pt modelId="{79A6F2F1-9C12-41C2-9D2B-53B3520BACD3}" type="pres">
      <dgm:prSet presAssocID="{5B298BD8-861F-410B-B08E-8BB0A4AFBADB}" presName="parentText" presStyleLbl="node1" presStyleIdx="0" presStyleCnt="12">
        <dgm:presLayoutVars>
          <dgm:chMax val="0"/>
          <dgm:bulletEnabled val="1"/>
        </dgm:presLayoutVars>
      </dgm:prSet>
      <dgm:spPr/>
    </dgm:pt>
    <dgm:pt modelId="{C00D8C7A-EB46-4564-B696-3FAAB5CCE1DB}" type="pres">
      <dgm:prSet presAssocID="{85CDB2E5-9C05-4A67-8C85-C5C25B4F42B4}" presName="spacer" presStyleCnt="0"/>
      <dgm:spPr/>
    </dgm:pt>
    <dgm:pt modelId="{419A6AD4-D9B7-4705-AD6A-A66FA3F9A598}" type="pres">
      <dgm:prSet presAssocID="{DC66E895-568E-4AFA-BEFC-E6A3C4DB8B9E}" presName="parentText" presStyleLbl="node1" presStyleIdx="1" presStyleCnt="12">
        <dgm:presLayoutVars>
          <dgm:chMax val="0"/>
          <dgm:bulletEnabled val="1"/>
        </dgm:presLayoutVars>
      </dgm:prSet>
      <dgm:spPr/>
    </dgm:pt>
    <dgm:pt modelId="{47364975-794C-4EA3-8059-F432F9476944}" type="pres">
      <dgm:prSet presAssocID="{C2BFD9F2-4EE4-4787-8769-1B73603B5A3B}" presName="spacer" presStyleCnt="0"/>
      <dgm:spPr/>
    </dgm:pt>
    <dgm:pt modelId="{59ABB5F0-2A4F-4D4E-B5C6-25C1F7786E1C}" type="pres">
      <dgm:prSet presAssocID="{0148E182-2C83-4E04-9449-59308CC0E4E3}" presName="parentText" presStyleLbl="node1" presStyleIdx="2" presStyleCnt="12">
        <dgm:presLayoutVars>
          <dgm:chMax val="0"/>
          <dgm:bulletEnabled val="1"/>
        </dgm:presLayoutVars>
      </dgm:prSet>
      <dgm:spPr/>
    </dgm:pt>
    <dgm:pt modelId="{E3B6B971-A117-42BE-B7F0-07967CF7DCB4}" type="pres">
      <dgm:prSet presAssocID="{044AFD2B-EACA-4486-9906-5E8AB9D8B08D}" presName="spacer" presStyleCnt="0"/>
      <dgm:spPr/>
    </dgm:pt>
    <dgm:pt modelId="{7AD021B5-D822-45AC-991E-C83117FAF571}" type="pres">
      <dgm:prSet presAssocID="{876BA500-63D4-41FA-8AFA-F1A098BF6D21}" presName="parentText" presStyleLbl="node1" presStyleIdx="3" presStyleCnt="12">
        <dgm:presLayoutVars>
          <dgm:chMax val="0"/>
          <dgm:bulletEnabled val="1"/>
        </dgm:presLayoutVars>
      </dgm:prSet>
      <dgm:spPr/>
    </dgm:pt>
    <dgm:pt modelId="{321FC121-572D-4291-87D4-48A436AFDFCA}" type="pres">
      <dgm:prSet presAssocID="{FC6D387C-8E24-496A-82CC-1DD54C97F052}" presName="spacer" presStyleCnt="0"/>
      <dgm:spPr/>
    </dgm:pt>
    <dgm:pt modelId="{E0E4D62D-88DE-4A01-8420-C3C6925518E4}" type="pres">
      <dgm:prSet presAssocID="{C781E816-B828-4A1A-83DF-76F49034651B}" presName="parentText" presStyleLbl="node1" presStyleIdx="4" presStyleCnt="12">
        <dgm:presLayoutVars>
          <dgm:chMax val="0"/>
          <dgm:bulletEnabled val="1"/>
        </dgm:presLayoutVars>
      </dgm:prSet>
      <dgm:spPr/>
    </dgm:pt>
    <dgm:pt modelId="{05DC17C5-81A1-43D4-85BD-B981856563ED}" type="pres">
      <dgm:prSet presAssocID="{19167C29-E857-49D5-91D4-235B8201B88A}" presName="spacer" presStyleCnt="0"/>
      <dgm:spPr/>
    </dgm:pt>
    <dgm:pt modelId="{39BAA267-EE8A-4BBB-AB50-25837E35477A}" type="pres">
      <dgm:prSet presAssocID="{27CBFE0F-3CE3-44F6-9F65-AFE0BF063F49}" presName="parentText" presStyleLbl="node1" presStyleIdx="5" presStyleCnt="12">
        <dgm:presLayoutVars>
          <dgm:chMax val="0"/>
          <dgm:bulletEnabled val="1"/>
        </dgm:presLayoutVars>
      </dgm:prSet>
      <dgm:spPr/>
    </dgm:pt>
    <dgm:pt modelId="{21245FB4-AD9E-4149-9D7D-B52C4CD05AB2}" type="pres">
      <dgm:prSet presAssocID="{F942C850-46F5-4D02-BCE8-F392F7636807}" presName="spacer" presStyleCnt="0"/>
      <dgm:spPr/>
    </dgm:pt>
    <dgm:pt modelId="{097D1945-1185-4341-AF21-6C2F1C54BC0C}" type="pres">
      <dgm:prSet presAssocID="{52684CE0-60F8-4600-8C53-F675C7C19A3F}" presName="parentText" presStyleLbl="node1" presStyleIdx="6" presStyleCnt="12">
        <dgm:presLayoutVars>
          <dgm:chMax val="0"/>
          <dgm:bulletEnabled val="1"/>
        </dgm:presLayoutVars>
      </dgm:prSet>
      <dgm:spPr/>
    </dgm:pt>
    <dgm:pt modelId="{BBE576C2-3EB9-4170-BAE1-100D9178ABC8}" type="pres">
      <dgm:prSet presAssocID="{F0C1E593-1437-41B6-A57B-0187E5E4D428}" presName="spacer" presStyleCnt="0"/>
      <dgm:spPr/>
    </dgm:pt>
    <dgm:pt modelId="{23213C96-D6E4-4B8F-90AB-F17309D7E63D}" type="pres">
      <dgm:prSet presAssocID="{56BA5F26-1E0C-43DC-A294-6AD36991410B}" presName="parentText" presStyleLbl="node1" presStyleIdx="7" presStyleCnt="12">
        <dgm:presLayoutVars>
          <dgm:chMax val="0"/>
          <dgm:bulletEnabled val="1"/>
        </dgm:presLayoutVars>
      </dgm:prSet>
      <dgm:spPr/>
    </dgm:pt>
    <dgm:pt modelId="{D392D25D-5CC0-47A2-A52D-1BF954A23AE2}" type="pres">
      <dgm:prSet presAssocID="{67988581-F978-4232-AB30-5DB2149F8D86}" presName="spacer" presStyleCnt="0"/>
      <dgm:spPr/>
    </dgm:pt>
    <dgm:pt modelId="{E98B0416-2C76-4FE8-9712-4A1CB6C573BF}" type="pres">
      <dgm:prSet presAssocID="{D039A351-4BC2-4A1D-B07D-ADDF5D891730}" presName="parentText" presStyleLbl="node1" presStyleIdx="8" presStyleCnt="12">
        <dgm:presLayoutVars>
          <dgm:chMax val="0"/>
          <dgm:bulletEnabled val="1"/>
        </dgm:presLayoutVars>
      </dgm:prSet>
      <dgm:spPr/>
    </dgm:pt>
    <dgm:pt modelId="{C2E41CEC-99B2-433E-B298-6770391B1D9E}" type="pres">
      <dgm:prSet presAssocID="{15A8E650-78C3-498D-BB2D-86F09977E560}" presName="spacer" presStyleCnt="0"/>
      <dgm:spPr/>
    </dgm:pt>
    <dgm:pt modelId="{4145467F-66B2-49E3-8C56-F31A3495775C}" type="pres">
      <dgm:prSet presAssocID="{DD05C26A-69B4-46C0-9B80-48FB9B40A89E}" presName="parentText" presStyleLbl="node1" presStyleIdx="9" presStyleCnt="12">
        <dgm:presLayoutVars>
          <dgm:chMax val="0"/>
          <dgm:bulletEnabled val="1"/>
        </dgm:presLayoutVars>
      </dgm:prSet>
      <dgm:spPr/>
    </dgm:pt>
    <dgm:pt modelId="{B7AF5642-A070-48CF-AD7F-31B3518616D3}" type="pres">
      <dgm:prSet presAssocID="{D9868796-4551-4D12-AA45-E625582E4A52}" presName="spacer" presStyleCnt="0"/>
      <dgm:spPr/>
    </dgm:pt>
    <dgm:pt modelId="{AAC7A75E-03DA-4294-A483-33BBB2EC08BA}" type="pres">
      <dgm:prSet presAssocID="{3D410575-82A8-480E-B806-DCB81E4A37DA}" presName="parentText" presStyleLbl="node1" presStyleIdx="10" presStyleCnt="12">
        <dgm:presLayoutVars>
          <dgm:chMax val="0"/>
          <dgm:bulletEnabled val="1"/>
        </dgm:presLayoutVars>
      </dgm:prSet>
      <dgm:spPr/>
    </dgm:pt>
    <dgm:pt modelId="{97ED9979-5ACF-45EE-A64A-8B0594CE51C5}" type="pres">
      <dgm:prSet presAssocID="{5B8BDC44-EDAD-4139-9897-19DE9D4B2EED}" presName="spacer" presStyleCnt="0"/>
      <dgm:spPr/>
    </dgm:pt>
    <dgm:pt modelId="{9C51675D-6350-4CE8-BED3-18A9F4D777FA}" type="pres">
      <dgm:prSet presAssocID="{655E0A80-5216-4B75-B93F-9441D87565DF}" presName="parentText" presStyleLbl="node1" presStyleIdx="11" presStyleCnt="12">
        <dgm:presLayoutVars>
          <dgm:chMax val="0"/>
          <dgm:bulletEnabled val="1"/>
        </dgm:presLayoutVars>
      </dgm:prSet>
      <dgm:spPr/>
    </dgm:pt>
  </dgm:ptLst>
  <dgm:cxnLst>
    <dgm:cxn modelId="{FB393F0D-1724-4F88-A6EF-29302206EA92}" type="presOf" srcId="{3D410575-82A8-480E-B806-DCB81E4A37DA}" destId="{AAC7A75E-03DA-4294-A483-33BBB2EC08BA}" srcOrd="0" destOrd="0" presId="urn:microsoft.com/office/officeart/2005/8/layout/vList2"/>
    <dgm:cxn modelId="{8B62490D-A492-4438-B744-5027D5EF96BF}" type="presOf" srcId="{D039A351-4BC2-4A1D-B07D-ADDF5D891730}" destId="{E98B0416-2C76-4FE8-9712-4A1CB6C573BF}" srcOrd="0" destOrd="0" presId="urn:microsoft.com/office/officeart/2005/8/layout/vList2"/>
    <dgm:cxn modelId="{AD9D8235-47F1-4EB4-8B1B-4C3FCC92B428}" srcId="{05342D4E-7235-4AF7-AB37-7C25AA442601}" destId="{0148E182-2C83-4E04-9449-59308CC0E4E3}" srcOrd="2" destOrd="0" parTransId="{D15C7B52-3B99-46B3-AC61-D8C350C9A2DE}" sibTransId="{044AFD2B-EACA-4486-9906-5E8AB9D8B08D}"/>
    <dgm:cxn modelId="{B970AF36-9FED-4FAF-BBA3-EFD00F7C9158}" type="presOf" srcId="{52684CE0-60F8-4600-8C53-F675C7C19A3F}" destId="{097D1945-1185-4341-AF21-6C2F1C54BC0C}" srcOrd="0" destOrd="0" presId="urn:microsoft.com/office/officeart/2005/8/layout/vList2"/>
    <dgm:cxn modelId="{89E50B48-CC8B-42A9-8379-E2C549C2A58D}" srcId="{05342D4E-7235-4AF7-AB37-7C25AA442601}" destId="{56BA5F26-1E0C-43DC-A294-6AD36991410B}" srcOrd="7" destOrd="0" parTransId="{32FA4D95-4167-4892-A4B0-CAAF7799BCD9}" sibTransId="{67988581-F978-4232-AB30-5DB2149F8D86}"/>
    <dgm:cxn modelId="{A38F284C-260B-4EBA-8831-A7F1AB22F38E}" srcId="{05342D4E-7235-4AF7-AB37-7C25AA442601}" destId="{C781E816-B828-4A1A-83DF-76F49034651B}" srcOrd="4" destOrd="0" parTransId="{74800A57-7230-4D1E-B868-729BAEC2C0B4}" sibTransId="{19167C29-E857-49D5-91D4-235B8201B88A}"/>
    <dgm:cxn modelId="{35BA566E-702F-4368-ADA6-43BE122ED84D}" type="presOf" srcId="{DD05C26A-69B4-46C0-9B80-48FB9B40A89E}" destId="{4145467F-66B2-49E3-8C56-F31A3495775C}" srcOrd="0" destOrd="0" presId="urn:microsoft.com/office/officeart/2005/8/layout/vList2"/>
    <dgm:cxn modelId="{49922771-1D8B-4A2F-BECA-A13E26993536}" srcId="{05342D4E-7235-4AF7-AB37-7C25AA442601}" destId="{3D410575-82A8-480E-B806-DCB81E4A37DA}" srcOrd="10" destOrd="0" parTransId="{FFDD1F94-A4FE-43C4-8612-E7D69B269266}" sibTransId="{5B8BDC44-EDAD-4139-9897-19DE9D4B2EED}"/>
    <dgm:cxn modelId="{7AED0D72-254A-42B2-BAF7-44DA832FB459}" srcId="{05342D4E-7235-4AF7-AB37-7C25AA442601}" destId="{655E0A80-5216-4B75-B93F-9441D87565DF}" srcOrd="11" destOrd="0" parTransId="{8B08D87E-B090-41D5-B06D-8FAF3D58BB85}" sibTransId="{18BD357C-1178-4BBC-9C10-E0A9C6F791C1}"/>
    <dgm:cxn modelId="{14E96D56-AB56-463B-9504-D0C006DA917F}" type="presOf" srcId="{5B298BD8-861F-410B-B08E-8BB0A4AFBADB}" destId="{79A6F2F1-9C12-41C2-9D2B-53B3520BACD3}" srcOrd="0" destOrd="0" presId="urn:microsoft.com/office/officeart/2005/8/layout/vList2"/>
    <dgm:cxn modelId="{7CD4B377-1BFF-4EEF-A91F-7FDC1D4F43DA}" type="presOf" srcId="{56BA5F26-1E0C-43DC-A294-6AD36991410B}" destId="{23213C96-D6E4-4B8F-90AB-F17309D7E63D}" srcOrd="0" destOrd="0" presId="urn:microsoft.com/office/officeart/2005/8/layout/vList2"/>
    <dgm:cxn modelId="{D66E5D92-B5A3-4871-915B-71E7A1909ECF}" type="presOf" srcId="{876BA500-63D4-41FA-8AFA-F1A098BF6D21}" destId="{7AD021B5-D822-45AC-991E-C83117FAF571}" srcOrd="0" destOrd="0" presId="urn:microsoft.com/office/officeart/2005/8/layout/vList2"/>
    <dgm:cxn modelId="{CB9D52A1-4B27-42DD-A6A1-8BBBEB4E913C}" srcId="{05342D4E-7235-4AF7-AB37-7C25AA442601}" destId="{DD05C26A-69B4-46C0-9B80-48FB9B40A89E}" srcOrd="9" destOrd="0" parTransId="{D2FD7FA7-C8B9-4C4B-A2C9-9DBD80A24523}" sibTransId="{D9868796-4551-4D12-AA45-E625582E4A52}"/>
    <dgm:cxn modelId="{7A871BAC-49BF-41E0-8A2B-68B4FEFA978B}" type="presOf" srcId="{0148E182-2C83-4E04-9449-59308CC0E4E3}" destId="{59ABB5F0-2A4F-4D4E-B5C6-25C1F7786E1C}" srcOrd="0" destOrd="0" presId="urn:microsoft.com/office/officeart/2005/8/layout/vList2"/>
    <dgm:cxn modelId="{0D941EBB-5819-4152-BC8B-18A3882E5340}" type="presOf" srcId="{655E0A80-5216-4B75-B93F-9441D87565DF}" destId="{9C51675D-6350-4CE8-BED3-18A9F4D777FA}" srcOrd="0" destOrd="0" presId="urn:microsoft.com/office/officeart/2005/8/layout/vList2"/>
    <dgm:cxn modelId="{D0849BC5-410B-4A4B-8238-D4469A3CE8EB}" srcId="{05342D4E-7235-4AF7-AB37-7C25AA442601}" destId="{D039A351-4BC2-4A1D-B07D-ADDF5D891730}" srcOrd="8" destOrd="0" parTransId="{AEFDB41F-2776-4795-8C55-2293F8F02CFF}" sibTransId="{15A8E650-78C3-498D-BB2D-86F09977E560}"/>
    <dgm:cxn modelId="{D5FC87C9-AC76-47A5-AE2F-5872134180C9}" srcId="{05342D4E-7235-4AF7-AB37-7C25AA442601}" destId="{27CBFE0F-3CE3-44F6-9F65-AFE0BF063F49}" srcOrd="5" destOrd="0" parTransId="{8D77007C-D417-4D18-8609-3C3F839A873D}" sibTransId="{F942C850-46F5-4D02-BCE8-F392F7636807}"/>
    <dgm:cxn modelId="{E9A258D2-0789-4E1F-B306-705C546E6650}" type="presOf" srcId="{05342D4E-7235-4AF7-AB37-7C25AA442601}" destId="{7815285B-D8B3-412F-B056-9BEA85D14963}" srcOrd="0" destOrd="0" presId="urn:microsoft.com/office/officeart/2005/8/layout/vList2"/>
    <dgm:cxn modelId="{62962CD5-BB25-4B5F-B107-DC5D18D25E91}" type="presOf" srcId="{DC66E895-568E-4AFA-BEFC-E6A3C4DB8B9E}" destId="{419A6AD4-D9B7-4705-AD6A-A66FA3F9A598}" srcOrd="0" destOrd="0" presId="urn:microsoft.com/office/officeart/2005/8/layout/vList2"/>
    <dgm:cxn modelId="{42D4D8D5-F799-4E3D-BDE3-E3D935292DE8}" srcId="{05342D4E-7235-4AF7-AB37-7C25AA442601}" destId="{52684CE0-60F8-4600-8C53-F675C7C19A3F}" srcOrd="6" destOrd="0" parTransId="{485E3A02-CF9D-40BC-9368-0BEFEE3CBCBE}" sibTransId="{F0C1E593-1437-41B6-A57B-0187E5E4D428}"/>
    <dgm:cxn modelId="{B32156D6-AA73-430F-A15C-9D8C4F03BC0C}" srcId="{05342D4E-7235-4AF7-AB37-7C25AA442601}" destId="{876BA500-63D4-41FA-8AFA-F1A098BF6D21}" srcOrd="3" destOrd="0" parTransId="{D1663383-6132-43C7-BAA7-A6CF74FE471E}" sibTransId="{FC6D387C-8E24-496A-82CC-1DD54C97F052}"/>
    <dgm:cxn modelId="{ED433EE7-56E1-4D7D-8404-B4D1178F793F}" type="presOf" srcId="{27CBFE0F-3CE3-44F6-9F65-AFE0BF063F49}" destId="{39BAA267-EE8A-4BBB-AB50-25837E35477A}" srcOrd="0" destOrd="0" presId="urn:microsoft.com/office/officeart/2005/8/layout/vList2"/>
    <dgm:cxn modelId="{DDF868F1-7A30-4273-9A7F-115B5158BE2C}" srcId="{05342D4E-7235-4AF7-AB37-7C25AA442601}" destId="{DC66E895-568E-4AFA-BEFC-E6A3C4DB8B9E}" srcOrd="1" destOrd="0" parTransId="{D849D26A-A84A-4D3B-93F9-B50CD780F3FE}" sibTransId="{C2BFD9F2-4EE4-4787-8769-1B73603B5A3B}"/>
    <dgm:cxn modelId="{014774F1-DCF2-4B2D-BB6B-857CE774B362}" srcId="{05342D4E-7235-4AF7-AB37-7C25AA442601}" destId="{5B298BD8-861F-410B-B08E-8BB0A4AFBADB}" srcOrd="0" destOrd="0" parTransId="{AA9ABA29-A534-4E99-85B4-B948FF482B9B}" sibTransId="{85CDB2E5-9C05-4A67-8C85-C5C25B4F42B4}"/>
    <dgm:cxn modelId="{C9CD20F2-DB92-4BF5-9DA8-D7600BF0E921}" type="presOf" srcId="{C781E816-B828-4A1A-83DF-76F49034651B}" destId="{E0E4D62D-88DE-4A01-8420-C3C6925518E4}" srcOrd="0" destOrd="0" presId="urn:microsoft.com/office/officeart/2005/8/layout/vList2"/>
    <dgm:cxn modelId="{988EE5FC-F38C-44A3-8D7A-CEA0E603BDB8}" type="presParOf" srcId="{7815285B-D8B3-412F-B056-9BEA85D14963}" destId="{79A6F2F1-9C12-41C2-9D2B-53B3520BACD3}" srcOrd="0" destOrd="0" presId="urn:microsoft.com/office/officeart/2005/8/layout/vList2"/>
    <dgm:cxn modelId="{3BBDACA9-5247-48D9-A2A9-D22430B6CC23}" type="presParOf" srcId="{7815285B-D8B3-412F-B056-9BEA85D14963}" destId="{C00D8C7A-EB46-4564-B696-3FAAB5CCE1DB}" srcOrd="1" destOrd="0" presId="urn:microsoft.com/office/officeart/2005/8/layout/vList2"/>
    <dgm:cxn modelId="{5FAE272C-FA25-4072-8AA3-FC3E8537B546}" type="presParOf" srcId="{7815285B-D8B3-412F-B056-9BEA85D14963}" destId="{419A6AD4-D9B7-4705-AD6A-A66FA3F9A598}" srcOrd="2" destOrd="0" presId="urn:microsoft.com/office/officeart/2005/8/layout/vList2"/>
    <dgm:cxn modelId="{EB484CCC-00E1-4AB0-91B6-7AE7B8B442D3}" type="presParOf" srcId="{7815285B-D8B3-412F-B056-9BEA85D14963}" destId="{47364975-794C-4EA3-8059-F432F9476944}" srcOrd="3" destOrd="0" presId="urn:microsoft.com/office/officeart/2005/8/layout/vList2"/>
    <dgm:cxn modelId="{DD90D9A5-57E1-4899-A36E-F4842AC3AA9B}" type="presParOf" srcId="{7815285B-D8B3-412F-B056-9BEA85D14963}" destId="{59ABB5F0-2A4F-4D4E-B5C6-25C1F7786E1C}" srcOrd="4" destOrd="0" presId="urn:microsoft.com/office/officeart/2005/8/layout/vList2"/>
    <dgm:cxn modelId="{AC9B8E57-2BF5-4B02-8F7A-78748B7A05E2}" type="presParOf" srcId="{7815285B-D8B3-412F-B056-9BEA85D14963}" destId="{E3B6B971-A117-42BE-B7F0-07967CF7DCB4}" srcOrd="5" destOrd="0" presId="urn:microsoft.com/office/officeart/2005/8/layout/vList2"/>
    <dgm:cxn modelId="{3C81D86F-7C77-4D39-8052-C172194BE369}" type="presParOf" srcId="{7815285B-D8B3-412F-B056-9BEA85D14963}" destId="{7AD021B5-D822-45AC-991E-C83117FAF571}" srcOrd="6" destOrd="0" presId="urn:microsoft.com/office/officeart/2005/8/layout/vList2"/>
    <dgm:cxn modelId="{3DEB6964-5A41-48D2-90D4-D3848DAE8ECD}" type="presParOf" srcId="{7815285B-D8B3-412F-B056-9BEA85D14963}" destId="{321FC121-572D-4291-87D4-48A436AFDFCA}" srcOrd="7" destOrd="0" presId="urn:microsoft.com/office/officeart/2005/8/layout/vList2"/>
    <dgm:cxn modelId="{DA0D4451-40BD-4E1A-8FE5-C513A76A4DEE}" type="presParOf" srcId="{7815285B-D8B3-412F-B056-9BEA85D14963}" destId="{E0E4D62D-88DE-4A01-8420-C3C6925518E4}" srcOrd="8" destOrd="0" presId="urn:microsoft.com/office/officeart/2005/8/layout/vList2"/>
    <dgm:cxn modelId="{2F3C62D7-F6CA-40DC-868D-E5B32AB657F5}" type="presParOf" srcId="{7815285B-D8B3-412F-B056-9BEA85D14963}" destId="{05DC17C5-81A1-43D4-85BD-B981856563ED}" srcOrd="9" destOrd="0" presId="urn:microsoft.com/office/officeart/2005/8/layout/vList2"/>
    <dgm:cxn modelId="{33C6B070-4B6B-4362-B935-63B6884D8034}" type="presParOf" srcId="{7815285B-D8B3-412F-B056-9BEA85D14963}" destId="{39BAA267-EE8A-4BBB-AB50-25837E35477A}" srcOrd="10" destOrd="0" presId="urn:microsoft.com/office/officeart/2005/8/layout/vList2"/>
    <dgm:cxn modelId="{64C2B40A-ED34-4260-9A24-E3D8CDEB0986}" type="presParOf" srcId="{7815285B-D8B3-412F-B056-9BEA85D14963}" destId="{21245FB4-AD9E-4149-9D7D-B52C4CD05AB2}" srcOrd="11" destOrd="0" presId="urn:microsoft.com/office/officeart/2005/8/layout/vList2"/>
    <dgm:cxn modelId="{DF9E5C25-D3FA-4502-B1E8-9DDD7B9F0EDC}" type="presParOf" srcId="{7815285B-D8B3-412F-B056-9BEA85D14963}" destId="{097D1945-1185-4341-AF21-6C2F1C54BC0C}" srcOrd="12" destOrd="0" presId="urn:microsoft.com/office/officeart/2005/8/layout/vList2"/>
    <dgm:cxn modelId="{CDE3A9C3-BBB1-4323-AF6D-D3E2FFFCF575}" type="presParOf" srcId="{7815285B-D8B3-412F-B056-9BEA85D14963}" destId="{BBE576C2-3EB9-4170-BAE1-100D9178ABC8}" srcOrd="13" destOrd="0" presId="urn:microsoft.com/office/officeart/2005/8/layout/vList2"/>
    <dgm:cxn modelId="{0EEF5366-FCBA-4062-A78F-91551C782BCA}" type="presParOf" srcId="{7815285B-D8B3-412F-B056-9BEA85D14963}" destId="{23213C96-D6E4-4B8F-90AB-F17309D7E63D}" srcOrd="14" destOrd="0" presId="urn:microsoft.com/office/officeart/2005/8/layout/vList2"/>
    <dgm:cxn modelId="{5C307218-9843-4769-B3D7-8F44F045BE2A}" type="presParOf" srcId="{7815285B-D8B3-412F-B056-9BEA85D14963}" destId="{D392D25D-5CC0-47A2-A52D-1BF954A23AE2}" srcOrd="15" destOrd="0" presId="urn:microsoft.com/office/officeart/2005/8/layout/vList2"/>
    <dgm:cxn modelId="{EF748342-851A-46DA-B1E1-15F13F3E5897}" type="presParOf" srcId="{7815285B-D8B3-412F-B056-9BEA85D14963}" destId="{E98B0416-2C76-4FE8-9712-4A1CB6C573BF}" srcOrd="16" destOrd="0" presId="urn:microsoft.com/office/officeart/2005/8/layout/vList2"/>
    <dgm:cxn modelId="{743AAFCC-D672-460D-BE09-491F8CD1BE87}" type="presParOf" srcId="{7815285B-D8B3-412F-B056-9BEA85D14963}" destId="{C2E41CEC-99B2-433E-B298-6770391B1D9E}" srcOrd="17" destOrd="0" presId="urn:microsoft.com/office/officeart/2005/8/layout/vList2"/>
    <dgm:cxn modelId="{0CE76857-BDE9-4B55-B607-5A1C28FD7010}" type="presParOf" srcId="{7815285B-D8B3-412F-B056-9BEA85D14963}" destId="{4145467F-66B2-49E3-8C56-F31A3495775C}" srcOrd="18" destOrd="0" presId="urn:microsoft.com/office/officeart/2005/8/layout/vList2"/>
    <dgm:cxn modelId="{5361FA04-2472-4737-A22C-BEECAA10475A}" type="presParOf" srcId="{7815285B-D8B3-412F-B056-9BEA85D14963}" destId="{B7AF5642-A070-48CF-AD7F-31B3518616D3}" srcOrd="19" destOrd="0" presId="urn:microsoft.com/office/officeart/2005/8/layout/vList2"/>
    <dgm:cxn modelId="{FA6F4A5C-1CF8-4EC0-A071-8967BD7ED6A2}" type="presParOf" srcId="{7815285B-D8B3-412F-B056-9BEA85D14963}" destId="{AAC7A75E-03DA-4294-A483-33BBB2EC08BA}" srcOrd="20" destOrd="0" presId="urn:microsoft.com/office/officeart/2005/8/layout/vList2"/>
    <dgm:cxn modelId="{2845BBFC-0BF3-4D78-8636-60518A2C84A7}" type="presParOf" srcId="{7815285B-D8B3-412F-B056-9BEA85D14963}" destId="{97ED9979-5ACF-45EE-A64A-8B0594CE51C5}" srcOrd="21" destOrd="0" presId="urn:microsoft.com/office/officeart/2005/8/layout/vList2"/>
    <dgm:cxn modelId="{F5653C29-A788-4710-B45A-71DE22CFDDC7}" type="presParOf" srcId="{7815285B-D8B3-412F-B056-9BEA85D14963}" destId="{9C51675D-6350-4CE8-BED3-18A9F4D777FA}" srcOrd="2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CEF4BD-5316-4009-B239-EB1AC0E928D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91B8513-4699-4BA6-AD9C-A0FE606E8E43}">
      <dgm:prSet/>
      <dgm:spPr/>
      <dgm:t>
        <a:bodyPr/>
        <a:lstStyle/>
        <a:p>
          <a:r>
            <a:rPr lang="en-US" b="1"/>
            <a:t>Google Earth Engine Documentation</a:t>
          </a:r>
          <a:br>
            <a:rPr lang="en-US"/>
          </a:br>
          <a:r>
            <a:rPr lang="en-US">
              <a:hlinkClick xmlns:r="http://schemas.openxmlformats.org/officeDocument/2006/relationships" r:id="rId1"/>
            </a:rPr>
            <a:t>https://developers.google.com/earth-engine</a:t>
          </a:r>
          <a:r>
            <a:rPr lang="en-US"/>
            <a:t> </a:t>
          </a:r>
        </a:p>
      </dgm:t>
    </dgm:pt>
    <dgm:pt modelId="{18DA7315-D4C7-4B69-AEE4-74BE39F5CB06}" type="parTrans" cxnId="{C24C62F7-6EE2-4334-BB85-E003136162DA}">
      <dgm:prSet/>
      <dgm:spPr/>
      <dgm:t>
        <a:bodyPr/>
        <a:lstStyle/>
        <a:p>
          <a:endParaRPr lang="en-US"/>
        </a:p>
      </dgm:t>
    </dgm:pt>
    <dgm:pt modelId="{53CBE1AD-63B0-4DB5-A9A5-8A243D99BD16}" type="sibTrans" cxnId="{C24C62F7-6EE2-4334-BB85-E003136162DA}">
      <dgm:prSet/>
      <dgm:spPr/>
      <dgm:t>
        <a:bodyPr/>
        <a:lstStyle/>
        <a:p>
          <a:endParaRPr lang="en-US"/>
        </a:p>
      </dgm:t>
    </dgm:pt>
    <dgm:pt modelId="{19C397EE-7C52-4CD0-BE1E-69C22B0FA73C}">
      <dgm:prSet/>
      <dgm:spPr/>
      <dgm:t>
        <a:bodyPr/>
        <a:lstStyle/>
        <a:p>
          <a:r>
            <a:rPr lang="en-US" b="1"/>
            <a:t>Copernicus Sentinel-2 Data</a:t>
          </a:r>
          <a:br>
            <a:rPr lang="en-US"/>
          </a:br>
          <a:r>
            <a:rPr lang="en-US">
              <a:hlinkClick xmlns:r="http://schemas.openxmlformats.org/officeDocument/2006/relationships" r:id="rId2"/>
            </a:rPr>
            <a:t>https://dataspace.copernicus.eu</a:t>
          </a:r>
          <a:r>
            <a:rPr lang="en-US"/>
            <a:t> </a:t>
          </a:r>
        </a:p>
      </dgm:t>
    </dgm:pt>
    <dgm:pt modelId="{373E8A46-667D-451C-9307-E7ABC90A2D63}" type="parTrans" cxnId="{3CC79CC3-6012-4E51-8065-BEF6F20C2051}">
      <dgm:prSet/>
      <dgm:spPr/>
      <dgm:t>
        <a:bodyPr/>
        <a:lstStyle/>
        <a:p>
          <a:endParaRPr lang="en-US"/>
        </a:p>
      </dgm:t>
    </dgm:pt>
    <dgm:pt modelId="{F32F3B2C-143B-4582-AA76-902A05511E67}" type="sibTrans" cxnId="{3CC79CC3-6012-4E51-8065-BEF6F20C2051}">
      <dgm:prSet/>
      <dgm:spPr/>
      <dgm:t>
        <a:bodyPr/>
        <a:lstStyle/>
        <a:p>
          <a:endParaRPr lang="en-US"/>
        </a:p>
      </dgm:t>
    </dgm:pt>
    <dgm:pt modelId="{65F75BA5-E0A7-4CB6-A089-14E7D0D9092E}">
      <dgm:prSet/>
      <dgm:spPr/>
      <dgm:t>
        <a:bodyPr/>
        <a:lstStyle/>
        <a:p>
          <a:r>
            <a:rPr lang="en-US" b="1"/>
            <a:t>USGS Landsat Missions</a:t>
          </a:r>
          <a:br>
            <a:rPr lang="en-US"/>
          </a:br>
          <a:r>
            <a:rPr lang="en-US">
              <a:hlinkClick xmlns:r="http://schemas.openxmlformats.org/officeDocument/2006/relationships" r:id="rId3"/>
            </a:rPr>
            <a:t>https://www.usgs.gov/landsat-missions</a:t>
          </a:r>
          <a:r>
            <a:rPr lang="en-US"/>
            <a:t> </a:t>
          </a:r>
        </a:p>
      </dgm:t>
    </dgm:pt>
    <dgm:pt modelId="{1428B5AF-5A00-49F9-B28B-41A77E102330}" type="parTrans" cxnId="{BBA3E2FA-AF66-4544-A928-E972DC2ED57F}">
      <dgm:prSet/>
      <dgm:spPr/>
      <dgm:t>
        <a:bodyPr/>
        <a:lstStyle/>
        <a:p>
          <a:endParaRPr lang="en-US"/>
        </a:p>
      </dgm:t>
    </dgm:pt>
    <dgm:pt modelId="{EFEBA42C-E989-4F3B-BD64-EA49A1C938DC}" type="sibTrans" cxnId="{BBA3E2FA-AF66-4544-A928-E972DC2ED57F}">
      <dgm:prSet/>
      <dgm:spPr/>
      <dgm:t>
        <a:bodyPr/>
        <a:lstStyle/>
        <a:p>
          <a:endParaRPr lang="en-US"/>
        </a:p>
      </dgm:t>
    </dgm:pt>
    <dgm:pt modelId="{D105BB24-1BD5-4A5D-B560-F13C43C43741}">
      <dgm:prSet/>
      <dgm:spPr/>
      <dgm:t>
        <a:bodyPr/>
        <a:lstStyle/>
        <a:p>
          <a:r>
            <a:rPr lang="en-US" b="1"/>
            <a:t>Copernicus Sentinel-5P Data</a:t>
          </a:r>
          <a:br>
            <a:rPr lang="en-US"/>
          </a:br>
          <a:r>
            <a:rPr lang="en-US">
              <a:hlinkClick xmlns:r="http://schemas.openxmlformats.org/officeDocument/2006/relationships" r:id="rId4"/>
            </a:rPr>
            <a:t>https://sentinels.copernicus.eu</a:t>
          </a:r>
          <a:r>
            <a:rPr lang="en-US"/>
            <a:t> </a:t>
          </a:r>
        </a:p>
      </dgm:t>
    </dgm:pt>
    <dgm:pt modelId="{552DBAE6-3E61-437C-B614-D3CEF94533C9}" type="parTrans" cxnId="{57100209-60DB-48DF-82AD-74F0B626AA80}">
      <dgm:prSet/>
      <dgm:spPr/>
      <dgm:t>
        <a:bodyPr/>
        <a:lstStyle/>
        <a:p>
          <a:endParaRPr lang="en-US"/>
        </a:p>
      </dgm:t>
    </dgm:pt>
    <dgm:pt modelId="{7391F4F1-A891-4C35-8CF4-BA80C5B77515}" type="sibTrans" cxnId="{57100209-60DB-48DF-82AD-74F0B626AA80}">
      <dgm:prSet/>
      <dgm:spPr/>
      <dgm:t>
        <a:bodyPr/>
        <a:lstStyle/>
        <a:p>
          <a:endParaRPr lang="en-US"/>
        </a:p>
      </dgm:t>
    </dgm:pt>
    <dgm:pt modelId="{9DE34DC3-F5E3-4EAF-B6EA-E0629F0D2FFF}">
      <dgm:prSet/>
      <dgm:spPr/>
      <dgm:t>
        <a:bodyPr/>
        <a:lstStyle/>
        <a:p>
          <a:r>
            <a:rPr lang="en-US" b="1"/>
            <a:t>ESA WorldCover Dataset</a:t>
          </a:r>
          <a:br>
            <a:rPr lang="en-US"/>
          </a:br>
          <a:r>
            <a:rPr lang="en-US">
              <a:hlinkClick xmlns:r="http://schemas.openxmlformats.org/officeDocument/2006/relationships" r:id="rId5"/>
            </a:rPr>
            <a:t>https://worldcover2021.esa.int</a:t>
          </a:r>
          <a:r>
            <a:rPr lang="en-US"/>
            <a:t> </a:t>
          </a:r>
        </a:p>
      </dgm:t>
    </dgm:pt>
    <dgm:pt modelId="{D7A3A6D7-8189-4179-8880-2AAEEF9BFCAC}" type="parTrans" cxnId="{70461645-7517-49F1-93A3-DB55E8141122}">
      <dgm:prSet/>
      <dgm:spPr/>
      <dgm:t>
        <a:bodyPr/>
        <a:lstStyle/>
        <a:p>
          <a:endParaRPr lang="en-US"/>
        </a:p>
      </dgm:t>
    </dgm:pt>
    <dgm:pt modelId="{818F15DE-FB4A-496C-B022-5DB26A7F7252}" type="sibTrans" cxnId="{70461645-7517-49F1-93A3-DB55E8141122}">
      <dgm:prSet/>
      <dgm:spPr/>
      <dgm:t>
        <a:bodyPr/>
        <a:lstStyle/>
        <a:p>
          <a:endParaRPr lang="en-US"/>
        </a:p>
      </dgm:t>
    </dgm:pt>
    <dgm:pt modelId="{397A2ADF-D60C-4710-A5EE-F16915D2F0BF}">
      <dgm:prSet/>
      <dgm:spPr/>
      <dgm:t>
        <a:bodyPr/>
        <a:lstStyle/>
        <a:p>
          <a:r>
            <a:rPr lang="en-US" b="1"/>
            <a:t>Scikit-learn Documentation</a:t>
          </a:r>
          <a:br>
            <a:rPr lang="en-US"/>
          </a:br>
          <a:r>
            <a:rPr lang="en-US">
              <a:hlinkClick xmlns:r="http://schemas.openxmlformats.org/officeDocument/2006/relationships" r:id="rId6"/>
            </a:rPr>
            <a:t>https://scikit-learn.org</a:t>
          </a:r>
          <a:r>
            <a:rPr lang="en-US"/>
            <a:t> </a:t>
          </a:r>
        </a:p>
      </dgm:t>
    </dgm:pt>
    <dgm:pt modelId="{230B1A88-70B4-4888-A9CC-C6E2FCC63559}" type="parTrans" cxnId="{25127314-0274-48F8-A422-0EFF0C4EFDB1}">
      <dgm:prSet/>
      <dgm:spPr/>
      <dgm:t>
        <a:bodyPr/>
        <a:lstStyle/>
        <a:p>
          <a:endParaRPr lang="en-US"/>
        </a:p>
      </dgm:t>
    </dgm:pt>
    <dgm:pt modelId="{44BFE535-FCD1-45FF-A896-E7EF99E37FF2}" type="sibTrans" cxnId="{25127314-0274-48F8-A422-0EFF0C4EFDB1}">
      <dgm:prSet/>
      <dgm:spPr/>
      <dgm:t>
        <a:bodyPr/>
        <a:lstStyle/>
        <a:p>
          <a:endParaRPr lang="en-US"/>
        </a:p>
      </dgm:t>
    </dgm:pt>
    <dgm:pt modelId="{F025159D-A9CA-4C1A-8DFF-C3E6FC51C8EA}">
      <dgm:prSet/>
      <dgm:spPr/>
      <dgm:t>
        <a:bodyPr/>
        <a:lstStyle/>
        <a:p>
          <a:r>
            <a:rPr lang="en-US" b="1"/>
            <a:t>Research Papers on Land Use/Land Cover Classification and Deforestation Monitoring Using Machine Learning</a:t>
          </a:r>
          <a:endParaRPr lang="en-US"/>
        </a:p>
      </dgm:t>
    </dgm:pt>
    <dgm:pt modelId="{0AB865B7-8931-4706-BCCE-F2E0A36CC289}" type="parTrans" cxnId="{D041F7EB-8FAE-4F22-BEBE-028559CDBE1B}">
      <dgm:prSet/>
      <dgm:spPr/>
      <dgm:t>
        <a:bodyPr/>
        <a:lstStyle/>
        <a:p>
          <a:endParaRPr lang="en-US"/>
        </a:p>
      </dgm:t>
    </dgm:pt>
    <dgm:pt modelId="{474FB272-62B8-4E8F-B240-7DCC9299501A}" type="sibTrans" cxnId="{D041F7EB-8FAE-4F22-BEBE-028559CDBE1B}">
      <dgm:prSet/>
      <dgm:spPr/>
      <dgm:t>
        <a:bodyPr/>
        <a:lstStyle/>
        <a:p>
          <a:endParaRPr lang="en-US"/>
        </a:p>
      </dgm:t>
    </dgm:pt>
    <dgm:pt modelId="{AF176237-7CD1-4037-AE93-67D5961DA2C2}" type="pres">
      <dgm:prSet presAssocID="{7ACEF4BD-5316-4009-B239-EB1AC0E928D9}" presName="root" presStyleCnt="0">
        <dgm:presLayoutVars>
          <dgm:dir/>
          <dgm:resizeHandles val="exact"/>
        </dgm:presLayoutVars>
      </dgm:prSet>
      <dgm:spPr/>
    </dgm:pt>
    <dgm:pt modelId="{FAEB8D65-F117-4573-8EA8-F618FA963607}" type="pres">
      <dgm:prSet presAssocID="{7ACEF4BD-5316-4009-B239-EB1AC0E928D9}" presName="container" presStyleCnt="0">
        <dgm:presLayoutVars>
          <dgm:dir/>
          <dgm:resizeHandles val="exact"/>
        </dgm:presLayoutVars>
      </dgm:prSet>
      <dgm:spPr/>
    </dgm:pt>
    <dgm:pt modelId="{FBF81C01-688A-41AA-99A0-86475DAF9716}" type="pres">
      <dgm:prSet presAssocID="{B91B8513-4699-4BA6-AD9C-A0FE606E8E43}" presName="compNode" presStyleCnt="0"/>
      <dgm:spPr/>
    </dgm:pt>
    <dgm:pt modelId="{648D1D57-82E0-4C80-B153-B7CB787DB66F}" type="pres">
      <dgm:prSet presAssocID="{B91B8513-4699-4BA6-AD9C-A0FE606E8E43}" presName="iconBgRect" presStyleLbl="bgShp" presStyleIdx="0" presStyleCnt="7"/>
      <dgm:spPr/>
    </dgm:pt>
    <dgm:pt modelId="{B67DD91D-C572-49AE-9A3B-46A82A2A24F4}" type="pres">
      <dgm:prSet presAssocID="{B91B8513-4699-4BA6-AD9C-A0FE606E8E43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97BD5D25-189E-4559-8802-5549F0DE8A29}" type="pres">
      <dgm:prSet presAssocID="{B91B8513-4699-4BA6-AD9C-A0FE606E8E43}" presName="spaceRect" presStyleCnt="0"/>
      <dgm:spPr/>
    </dgm:pt>
    <dgm:pt modelId="{8BD57958-18BA-4203-B891-06464A08A5F3}" type="pres">
      <dgm:prSet presAssocID="{B91B8513-4699-4BA6-AD9C-A0FE606E8E43}" presName="textRect" presStyleLbl="revTx" presStyleIdx="0" presStyleCnt="7">
        <dgm:presLayoutVars>
          <dgm:chMax val="1"/>
          <dgm:chPref val="1"/>
        </dgm:presLayoutVars>
      </dgm:prSet>
      <dgm:spPr/>
    </dgm:pt>
    <dgm:pt modelId="{6FD7A31D-8CD0-49AB-AA4C-AAC921A91A90}" type="pres">
      <dgm:prSet presAssocID="{53CBE1AD-63B0-4DB5-A9A5-8A243D99BD16}" presName="sibTrans" presStyleLbl="sibTrans2D1" presStyleIdx="0" presStyleCnt="0"/>
      <dgm:spPr/>
    </dgm:pt>
    <dgm:pt modelId="{1489B6CA-F65C-48C0-B92B-2E3950F51BD3}" type="pres">
      <dgm:prSet presAssocID="{19C397EE-7C52-4CD0-BE1E-69C22B0FA73C}" presName="compNode" presStyleCnt="0"/>
      <dgm:spPr/>
    </dgm:pt>
    <dgm:pt modelId="{723A5B70-3BC0-4445-838D-E864C54BB1DC}" type="pres">
      <dgm:prSet presAssocID="{19C397EE-7C52-4CD0-BE1E-69C22B0FA73C}" presName="iconBgRect" presStyleLbl="bgShp" presStyleIdx="1" presStyleCnt="7"/>
      <dgm:spPr/>
    </dgm:pt>
    <dgm:pt modelId="{903372AF-0056-4D7E-A79D-5485A9FFD1C6}" type="pres">
      <dgm:prSet presAssocID="{19C397EE-7C52-4CD0-BE1E-69C22B0FA73C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CD340ECB-9D81-4B74-9865-8A8479D394B1}" type="pres">
      <dgm:prSet presAssocID="{19C397EE-7C52-4CD0-BE1E-69C22B0FA73C}" presName="spaceRect" presStyleCnt="0"/>
      <dgm:spPr/>
    </dgm:pt>
    <dgm:pt modelId="{B9A1D5D3-0291-496F-8932-D071772D5F66}" type="pres">
      <dgm:prSet presAssocID="{19C397EE-7C52-4CD0-BE1E-69C22B0FA73C}" presName="textRect" presStyleLbl="revTx" presStyleIdx="1" presStyleCnt="7">
        <dgm:presLayoutVars>
          <dgm:chMax val="1"/>
          <dgm:chPref val="1"/>
        </dgm:presLayoutVars>
      </dgm:prSet>
      <dgm:spPr/>
    </dgm:pt>
    <dgm:pt modelId="{D5615199-A022-4A2D-893A-3060A3FBAF83}" type="pres">
      <dgm:prSet presAssocID="{F32F3B2C-143B-4582-AA76-902A05511E67}" presName="sibTrans" presStyleLbl="sibTrans2D1" presStyleIdx="0" presStyleCnt="0"/>
      <dgm:spPr/>
    </dgm:pt>
    <dgm:pt modelId="{F73833C0-0FBB-4446-A502-44BB9DDB9C25}" type="pres">
      <dgm:prSet presAssocID="{65F75BA5-E0A7-4CB6-A089-14E7D0D9092E}" presName="compNode" presStyleCnt="0"/>
      <dgm:spPr/>
    </dgm:pt>
    <dgm:pt modelId="{2B21087F-A671-4012-8AF0-58D4B3F28B39}" type="pres">
      <dgm:prSet presAssocID="{65F75BA5-E0A7-4CB6-A089-14E7D0D9092E}" presName="iconBgRect" presStyleLbl="bgShp" presStyleIdx="2" presStyleCnt="7"/>
      <dgm:spPr/>
    </dgm:pt>
    <dgm:pt modelId="{1A1EB5B0-D1A9-4638-8E38-A81402095490}" type="pres">
      <dgm:prSet presAssocID="{65F75BA5-E0A7-4CB6-A089-14E7D0D9092E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57AAAD0A-48B6-47EF-9C55-309593454B8F}" type="pres">
      <dgm:prSet presAssocID="{65F75BA5-E0A7-4CB6-A089-14E7D0D9092E}" presName="spaceRect" presStyleCnt="0"/>
      <dgm:spPr/>
    </dgm:pt>
    <dgm:pt modelId="{807F5791-75EE-4786-A9D4-871438225A1E}" type="pres">
      <dgm:prSet presAssocID="{65F75BA5-E0A7-4CB6-A089-14E7D0D9092E}" presName="textRect" presStyleLbl="revTx" presStyleIdx="2" presStyleCnt="7">
        <dgm:presLayoutVars>
          <dgm:chMax val="1"/>
          <dgm:chPref val="1"/>
        </dgm:presLayoutVars>
      </dgm:prSet>
      <dgm:spPr/>
    </dgm:pt>
    <dgm:pt modelId="{548A70E9-9A4B-4129-B27A-1955051DCFB1}" type="pres">
      <dgm:prSet presAssocID="{EFEBA42C-E989-4F3B-BD64-EA49A1C938DC}" presName="sibTrans" presStyleLbl="sibTrans2D1" presStyleIdx="0" presStyleCnt="0"/>
      <dgm:spPr/>
    </dgm:pt>
    <dgm:pt modelId="{DF8C0499-C584-44E9-842B-927ECE253944}" type="pres">
      <dgm:prSet presAssocID="{D105BB24-1BD5-4A5D-B560-F13C43C43741}" presName="compNode" presStyleCnt="0"/>
      <dgm:spPr/>
    </dgm:pt>
    <dgm:pt modelId="{AA76D93C-5670-460A-AFE6-F3ED70DB19CB}" type="pres">
      <dgm:prSet presAssocID="{D105BB24-1BD5-4A5D-B560-F13C43C43741}" presName="iconBgRect" presStyleLbl="bgShp" presStyleIdx="3" presStyleCnt="7"/>
      <dgm:spPr/>
    </dgm:pt>
    <dgm:pt modelId="{E4700469-D216-4C24-A985-04B80C7A6FE7}" type="pres">
      <dgm:prSet presAssocID="{D105BB24-1BD5-4A5D-B560-F13C43C43741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ar system"/>
        </a:ext>
      </dgm:extLst>
    </dgm:pt>
    <dgm:pt modelId="{4DFC4DE1-4936-4A19-ACB4-241631C97ACE}" type="pres">
      <dgm:prSet presAssocID="{D105BB24-1BD5-4A5D-B560-F13C43C43741}" presName="spaceRect" presStyleCnt="0"/>
      <dgm:spPr/>
    </dgm:pt>
    <dgm:pt modelId="{339F951B-7305-4FFE-9DBE-BC6677B070A4}" type="pres">
      <dgm:prSet presAssocID="{D105BB24-1BD5-4A5D-B560-F13C43C43741}" presName="textRect" presStyleLbl="revTx" presStyleIdx="3" presStyleCnt="7">
        <dgm:presLayoutVars>
          <dgm:chMax val="1"/>
          <dgm:chPref val="1"/>
        </dgm:presLayoutVars>
      </dgm:prSet>
      <dgm:spPr/>
    </dgm:pt>
    <dgm:pt modelId="{162E2A90-EE68-4084-B2A0-746A4B9E3EB8}" type="pres">
      <dgm:prSet presAssocID="{7391F4F1-A891-4C35-8CF4-BA80C5B77515}" presName="sibTrans" presStyleLbl="sibTrans2D1" presStyleIdx="0" presStyleCnt="0"/>
      <dgm:spPr/>
    </dgm:pt>
    <dgm:pt modelId="{97D986AE-7979-4318-93B8-08C911AC8C91}" type="pres">
      <dgm:prSet presAssocID="{9DE34DC3-F5E3-4EAF-B6EA-E0629F0D2FFF}" presName="compNode" presStyleCnt="0"/>
      <dgm:spPr/>
    </dgm:pt>
    <dgm:pt modelId="{4758D7AD-1F75-4FE0-8A54-4CA8147CE557}" type="pres">
      <dgm:prSet presAssocID="{9DE34DC3-F5E3-4EAF-B6EA-E0629F0D2FFF}" presName="iconBgRect" presStyleLbl="bgShp" presStyleIdx="4" presStyleCnt="7"/>
      <dgm:spPr/>
    </dgm:pt>
    <dgm:pt modelId="{C0869CF0-8CD1-43AD-816A-EEE9DAB1A14D}" type="pres">
      <dgm:prSet presAssocID="{9DE34DC3-F5E3-4EAF-B6EA-E0629F0D2FFF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E69F16DE-0ECE-41D8-A051-3141AD67E8BB}" type="pres">
      <dgm:prSet presAssocID="{9DE34DC3-F5E3-4EAF-B6EA-E0629F0D2FFF}" presName="spaceRect" presStyleCnt="0"/>
      <dgm:spPr/>
    </dgm:pt>
    <dgm:pt modelId="{91D9A0E7-ADB3-45A7-8125-40657A223105}" type="pres">
      <dgm:prSet presAssocID="{9DE34DC3-F5E3-4EAF-B6EA-E0629F0D2FFF}" presName="textRect" presStyleLbl="revTx" presStyleIdx="4" presStyleCnt="7">
        <dgm:presLayoutVars>
          <dgm:chMax val="1"/>
          <dgm:chPref val="1"/>
        </dgm:presLayoutVars>
      </dgm:prSet>
      <dgm:spPr/>
    </dgm:pt>
    <dgm:pt modelId="{88F07C9C-B505-4824-A78E-D23D74526D85}" type="pres">
      <dgm:prSet presAssocID="{818F15DE-FB4A-496C-B022-5DB26A7F7252}" presName="sibTrans" presStyleLbl="sibTrans2D1" presStyleIdx="0" presStyleCnt="0"/>
      <dgm:spPr/>
    </dgm:pt>
    <dgm:pt modelId="{1502D269-2947-4308-A342-33452BD0A9EE}" type="pres">
      <dgm:prSet presAssocID="{397A2ADF-D60C-4710-A5EE-F16915D2F0BF}" presName="compNode" presStyleCnt="0"/>
      <dgm:spPr/>
    </dgm:pt>
    <dgm:pt modelId="{8ADBC87D-EE2C-4297-B354-B4BE89180177}" type="pres">
      <dgm:prSet presAssocID="{397A2ADF-D60C-4710-A5EE-F16915D2F0BF}" presName="iconBgRect" presStyleLbl="bgShp" presStyleIdx="5" presStyleCnt="7"/>
      <dgm:spPr/>
    </dgm:pt>
    <dgm:pt modelId="{571E6382-9393-47F4-81BA-94727A71E0DE}" type="pres">
      <dgm:prSet presAssocID="{397A2ADF-D60C-4710-A5EE-F16915D2F0BF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3077BAB-7388-45F2-9B9D-CF4349402E3D}" type="pres">
      <dgm:prSet presAssocID="{397A2ADF-D60C-4710-A5EE-F16915D2F0BF}" presName="spaceRect" presStyleCnt="0"/>
      <dgm:spPr/>
    </dgm:pt>
    <dgm:pt modelId="{E4C41E54-32E8-4562-8548-935F687F0E46}" type="pres">
      <dgm:prSet presAssocID="{397A2ADF-D60C-4710-A5EE-F16915D2F0BF}" presName="textRect" presStyleLbl="revTx" presStyleIdx="5" presStyleCnt="7">
        <dgm:presLayoutVars>
          <dgm:chMax val="1"/>
          <dgm:chPref val="1"/>
        </dgm:presLayoutVars>
      </dgm:prSet>
      <dgm:spPr/>
    </dgm:pt>
    <dgm:pt modelId="{B3559C55-1568-42C7-8996-9CBCF5A3B1CB}" type="pres">
      <dgm:prSet presAssocID="{44BFE535-FCD1-45FF-A896-E7EF99E37FF2}" presName="sibTrans" presStyleLbl="sibTrans2D1" presStyleIdx="0" presStyleCnt="0"/>
      <dgm:spPr/>
    </dgm:pt>
    <dgm:pt modelId="{94BCC137-B037-4C94-9EC9-1BD5249C1061}" type="pres">
      <dgm:prSet presAssocID="{F025159D-A9CA-4C1A-8DFF-C3E6FC51C8EA}" presName="compNode" presStyleCnt="0"/>
      <dgm:spPr/>
    </dgm:pt>
    <dgm:pt modelId="{85199D33-7B5E-4809-9DD4-8D181AFEBD78}" type="pres">
      <dgm:prSet presAssocID="{F025159D-A9CA-4C1A-8DFF-C3E6FC51C8EA}" presName="iconBgRect" presStyleLbl="bgShp" presStyleIdx="6" presStyleCnt="7"/>
      <dgm:spPr/>
    </dgm:pt>
    <dgm:pt modelId="{CE59E386-DB9D-4B62-BAAE-A247DED65D74}" type="pres">
      <dgm:prSet presAssocID="{F025159D-A9CA-4C1A-8DFF-C3E6FC51C8EA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4B1DA820-9470-48E2-938D-F6299B21A6CC}" type="pres">
      <dgm:prSet presAssocID="{F025159D-A9CA-4C1A-8DFF-C3E6FC51C8EA}" presName="spaceRect" presStyleCnt="0"/>
      <dgm:spPr/>
    </dgm:pt>
    <dgm:pt modelId="{72FE3E4D-5DE1-4A9E-908A-6C31DE7B90B3}" type="pres">
      <dgm:prSet presAssocID="{F025159D-A9CA-4C1A-8DFF-C3E6FC51C8EA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4D78AB04-FB21-4487-8D21-ACC82EDBBECD}" type="presOf" srcId="{19C397EE-7C52-4CD0-BE1E-69C22B0FA73C}" destId="{B9A1D5D3-0291-496F-8932-D071772D5F66}" srcOrd="0" destOrd="0" presId="urn:microsoft.com/office/officeart/2018/2/layout/IconCircleList"/>
    <dgm:cxn modelId="{5BB91105-1FE0-48B6-A98E-93AC488BF5A5}" type="presOf" srcId="{9DE34DC3-F5E3-4EAF-B6EA-E0629F0D2FFF}" destId="{91D9A0E7-ADB3-45A7-8125-40657A223105}" srcOrd="0" destOrd="0" presId="urn:microsoft.com/office/officeart/2018/2/layout/IconCircleList"/>
    <dgm:cxn modelId="{57100209-60DB-48DF-82AD-74F0B626AA80}" srcId="{7ACEF4BD-5316-4009-B239-EB1AC0E928D9}" destId="{D105BB24-1BD5-4A5D-B560-F13C43C43741}" srcOrd="3" destOrd="0" parTransId="{552DBAE6-3E61-437C-B614-D3CEF94533C9}" sibTransId="{7391F4F1-A891-4C35-8CF4-BA80C5B77515}"/>
    <dgm:cxn modelId="{53E6FF0A-F10C-4F71-B77D-8B451487E275}" type="presOf" srcId="{F025159D-A9CA-4C1A-8DFF-C3E6FC51C8EA}" destId="{72FE3E4D-5DE1-4A9E-908A-6C31DE7B90B3}" srcOrd="0" destOrd="0" presId="urn:microsoft.com/office/officeart/2018/2/layout/IconCircleList"/>
    <dgm:cxn modelId="{25127314-0274-48F8-A422-0EFF0C4EFDB1}" srcId="{7ACEF4BD-5316-4009-B239-EB1AC0E928D9}" destId="{397A2ADF-D60C-4710-A5EE-F16915D2F0BF}" srcOrd="5" destOrd="0" parTransId="{230B1A88-70B4-4888-A9CC-C6E2FCC63559}" sibTransId="{44BFE535-FCD1-45FF-A896-E7EF99E37FF2}"/>
    <dgm:cxn modelId="{37220A37-ABA3-486E-A964-F4190F6D6638}" type="presOf" srcId="{7391F4F1-A891-4C35-8CF4-BA80C5B77515}" destId="{162E2A90-EE68-4084-B2A0-746A4B9E3EB8}" srcOrd="0" destOrd="0" presId="urn:microsoft.com/office/officeart/2018/2/layout/IconCircleList"/>
    <dgm:cxn modelId="{70461645-7517-49F1-93A3-DB55E8141122}" srcId="{7ACEF4BD-5316-4009-B239-EB1AC0E928D9}" destId="{9DE34DC3-F5E3-4EAF-B6EA-E0629F0D2FFF}" srcOrd="4" destOrd="0" parTransId="{D7A3A6D7-8189-4179-8880-2AAEEF9BFCAC}" sibTransId="{818F15DE-FB4A-496C-B022-5DB26A7F7252}"/>
    <dgm:cxn modelId="{1E0F2573-098A-4391-9075-A62124579C23}" type="presOf" srcId="{818F15DE-FB4A-496C-B022-5DB26A7F7252}" destId="{88F07C9C-B505-4824-A78E-D23D74526D85}" srcOrd="0" destOrd="0" presId="urn:microsoft.com/office/officeart/2018/2/layout/IconCircleList"/>
    <dgm:cxn modelId="{E1399675-5381-41A0-9ADA-EF2180B2F903}" type="presOf" srcId="{D105BB24-1BD5-4A5D-B560-F13C43C43741}" destId="{339F951B-7305-4FFE-9DBE-BC6677B070A4}" srcOrd="0" destOrd="0" presId="urn:microsoft.com/office/officeart/2018/2/layout/IconCircleList"/>
    <dgm:cxn modelId="{B503637F-09D0-4A9D-84DB-C336B7288C22}" type="presOf" srcId="{44BFE535-FCD1-45FF-A896-E7EF99E37FF2}" destId="{B3559C55-1568-42C7-8996-9CBCF5A3B1CB}" srcOrd="0" destOrd="0" presId="urn:microsoft.com/office/officeart/2018/2/layout/IconCircleList"/>
    <dgm:cxn modelId="{BD8E8E87-F2F7-4238-9095-44EDEC00D618}" type="presOf" srcId="{B91B8513-4699-4BA6-AD9C-A0FE606E8E43}" destId="{8BD57958-18BA-4203-B891-06464A08A5F3}" srcOrd="0" destOrd="0" presId="urn:microsoft.com/office/officeart/2018/2/layout/IconCircleList"/>
    <dgm:cxn modelId="{BFA6EEA2-8640-4FEC-8814-FE9CF42E6D0D}" type="presOf" srcId="{7ACEF4BD-5316-4009-B239-EB1AC0E928D9}" destId="{AF176237-7CD1-4037-AE93-67D5961DA2C2}" srcOrd="0" destOrd="0" presId="urn:microsoft.com/office/officeart/2018/2/layout/IconCircleList"/>
    <dgm:cxn modelId="{241D99A7-4045-428D-B061-6ED254E15070}" type="presOf" srcId="{65F75BA5-E0A7-4CB6-A089-14E7D0D9092E}" destId="{807F5791-75EE-4786-A9D4-871438225A1E}" srcOrd="0" destOrd="0" presId="urn:microsoft.com/office/officeart/2018/2/layout/IconCircleList"/>
    <dgm:cxn modelId="{3503D2A9-8849-4B01-A5E5-245504BE6C15}" type="presOf" srcId="{EFEBA42C-E989-4F3B-BD64-EA49A1C938DC}" destId="{548A70E9-9A4B-4129-B27A-1955051DCFB1}" srcOrd="0" destOrd="0" presId="urn:microsoft.com/office/officeart/2018/2/layout/IconCircleList"/>
    <dgm:cxn modelId="{3CC79CC3-6012-4E51-8065-BEF6F20C2051}" srcId="{7ACEF4BD-5316-4009-B239-EB1AC0E928D9}" destId="{19C397EE-7C52-4CD0-BE1E-69C22B0FA73C}" srcOrd="1" destOrd="0" parTransId="{373E8A46-667D-451C-9307-E7ABC90A2D63}" sibTransId="{F32F3B2C-143B-4582-AA76-902A05511E67}"/>
    <dgm:cxn modelId="{84217DD4-5486-46B7-AECC-742360435981}" type="presOf" srcId="{53CBE1AD-63B0-4DB5-A9A5-8A243D99BD16}" destId="{6FD7A31D-8CD0-49AB-AA4C-AAC921A91A90}" srcOrd="0" destOrd="0" presId="urn:microsoft.com/office/officeart/2018/2/layout/IconCircleList"/>
    <dgm:cxn modelId="{4A247BE9-24DB-4AD1-91C1-053D4444B408}" type="presOf" srcId="{F32F3B2C-143B-4582-AA76-902A05511E67}" destId="{D5615199-A022-4A2D-893A-3060A3FBAF83}" srcOrd="0" destOrd="0" presId="urn:microsoft.com/office/officeart/2018/2/layout/IconCircleList"/>
    <dgm:cxn modelId="{D041F7EB-8FAE-4F22-BEBE-028559CDBE1B}" srcId="{7ACEF4BD-5316-4009-B239-EB1AC0E928D9}" destId="{F025159D-A9CA-4C1A-8DFF-C3E6FC51C8EA}" srcOrd="6" destOrd="0" parTransId="{0AB865B7-8931-4706-BCCE-F2E0A36CC289}" sibTransId="{474FB272-62B8-4E8F-B240-7DCC9299501A}"/>
    <dgm:cxn modelId="{FEF3FAEC-C1F1-4DEE-835F-37FD3E0456D9}" type="presOf" srcId="{397A2ADF-D60C-4710-A5EE-F16915D2F0BF}" destId="{E4C41E54-32E8-4562-8548-935F687F0E46}" srcOrd="0" destOrd="0" presId="urn:microsoft.com/office/officeart/2018/2/layout/IconCircleList"/>
    <dgm:cxn modelId="{C24C62F7-6EE2-4334-BB85-E003136162DA}" srcId="{7ACEF4BD-5316-4009-B239-EB1AC0E928D9}" destId="{B91B8513-4699-4BA6-AD9C-A0FE606E8E43}" srcOrd="0" destOrd="0" parTransId="{18DA7315-D4C7-4B69-AEE4-74BE39F5CB06}" sibTransId="{53CBE1AD-63B0-4DB5-A9A5-8A243D99BD16}"/>
    <dgm:cxn modelId="{BBA3E2FA-AF66-4544-A928-E972DC2ED57F}" srcId="{7ACEF4BD-5316-4009-B239-EB1AC0E928D9}" destId="{65F75BA5-E0A7-4CB6-A089-14E7D0D9092E}" srcOrd="2" destOrd="0" parTransId="{1428B5AF-5A00-49F9-B28B-41A77E102330}" sibTransId="{EFEBA42C-E989-4F3B-BD64-EA49A1C938DC}"/>
    <dgm:cxn modelId="{5BE23864-912F-437E-9692-4EF337CD84E9}" type="presParOf" srcId="{AF176237-7CD1-4037-AE93-67D5961DA2C2}" destId="{FAEB8D65-F117-4573-8EA8-F618FA963607}" srcOrd="0" destOrd="0" presId="urn:microsoft.com/office/officeart/2018/2/layout/IconCircleList"/>
    <dgm:cxn modelId="{D2D67ACE-48FB-460B-A5A5-231705070F82}" type="presParOf" srcId="{FAEB8D65-F117-4573-8EA8-F618FA963607}" destId="{FBF81C01-688A-41AA-99A0-86475DAF9716}" srcOrd="0" destOrd="0" presId="urn:microsoft.com/office/officeart/2018/2/layout/IconCircleList"/>
    <dgm:cxn modelId="{FC6DCE49-9CC4-4CD5-87FE-9622E161F844}" type="presParOf" srcId="{FBF81C01-688A-41AA-99A0-86475DAF9716}" destId="{648D1D57-82E0-4C80-B153-B7CB787DB66F}" srcOrd="0" destOrd="0" presId="urn:microsoft.com/office/officeart/2018/2/layout/IconCircleList"/>
    <dgm:cxn modelId="{25F6164E-B231-42BC-9F3B-AF358F35CE85}" type="presParOf" srcId="{FBF81C01-688A-41AA-99A0-86475DAF9716}" destId="{B67DD91D-C572-49AE-9A3B-46A82A2A24F4}" srcOrd="1" destOrd="0" presId="urn:microsoft.com/office/officeart/2018/2/layout/IconCircleList"/>
    <dgm:cxn modelId="{BC7DD006-2CD2-4B2E-9236-BDCA1003A208}" type="presParOf" srcId="{FBF81C01-688A-41AA-99A0-86475DAF9716}" destId="{97BD5D25-189E-4559-8802-5549F0DE8A29}" srcOrd="2" destOrd="0" presId="urn:microsoft.com/office/officeart/2018/2/layout/IconCircleList"/>
    <dgm:cxn modelId="{32BB907F-3289-43A0-AB7E-3DA30662E2AD}" type="presParOf" srcId="{FBF81C01-688A-41AA-99A0-86475DAF9716}" destId="{8BD57958-18BA-4203-B891-06464A08A5F3}" srcOrd="3" destOrd="0" presId="urn:microsoft.com/office/officeart/2018/2/layout/IconCircleList"/>
    <dgm:cxn modelId="{AE37AC97-A40F-4300-B9B2-9A1B77932D80}" type="presParOf" srcId="{FAEB8D65-F117-4573-8EA8-F618FA963607}" destId="{6FD7A31D-8CD0-49AB-AA4C-AAC921A91A90}" srcOrd="1" destOrd="0" presId="urn:microsoft.com/office/officeart/2018/2/layout/IconCircleList"/>
    <dgm:cxn modelId="{9F7BF444-F020-454B-B379-CEFE98603FC5}" type="presParOf" srcId="{FAEB8D65-F117-4573-8EA8-F618FA963607}" destId="{1489B6CA-F65C-48C0-B92B-2E3950F51BD3}" srcOrd="2" destOrd="0" presId="urn:microsoft.com/office/officeart/2018/2/layout/IconCircleList"/>
    <dgm:cxn modelId="{C563C8E1-7EB7-439F-86EB-0DD71478B326}" type="presParOf" srcId="{1489B6CA-F65C-48C0-B92B-2E3950F51BD3}" destId="{723A5B70-3BC0-4445-838D-E864C54BB1DC}" srcOrd="0" destOrd="0" presId="urn:microsoft.com/office/officeart/2018/2/layout/IconCircleList"/>
    <dgm:cxn modelId="{C6FE12E1-C25D-4696-9518-172ACA65B03B}" type="presParOf" srcId="{1489B6CA-F65C-48C0-B92B-2E3950F51BD3}" destId="{903372AF-0056-4D7E-A79D-5485A9FFD1C6}" srcOrd="1" destOrd="0" presId="urn:microsoft.com/office/officeart/2018/2/layout/IconCircleList"/>
    <dgm:cxn modelId="{D2B7ADE0-E3F8-4CB5-ABD3-5B5D1FF57B1E}" type="presParOf" srcId="{1489B6CA-F65C-48C0-B92B-2E3950F51BD3}" destId="{CD340ECB-9D81-4B74-9865-8A8479D394B1}" srcOrd="2" destOrd="0" presId="urn:microsoft.com/office/officeart/2018/2/layout/IconCircleList"/>
    <dgm:cxn modelId="{C344F304-3CD0-4022-89B5-E61536733574}" type="presParOf" srcId="{1489B6CA-F65C-48C0-B92B-2E3950F51BD3}" destId="{B9A1D5D3-0291-496F-8932-D071772D5F66}" srcOrd="3" destOrd="0" presId="urn:microsoft.com/office/officeart/2018/2/layout/IconCircleList"/>
    <dgm:cxn modelId="{0FC8AA7C-51E5-4214-9003-FEA957E74893}" type="presParOf" srcId="{FAEB8D65-F117-4573-8EA8-F618FA963607}" destId="{D5615199-A022-4A2D-893A-3060A3FBAF83}" srcOrd="3" destOrd="0" presId="urn:microsoft.com/office/officeart/2018/2/layout/IconCircleList"/>
    <dgm:cxn modelId="{6F0DF154-EE90-477C-A756-6C3FAEC67569}" type="presParOf" srcId="{FAEB8D65-F117-4573-8EA8-F618FA963607}" destId="{F73833C0-0FBB-4446-A502-44BB9DDB9C25}" srcOrd="4" destOrd="0" presId="urn:microsoft.com/office/officeart/2018/2/layout/IconCircleList"/>
    <dgm:cxn modelId="{EED57BC1-F5C6-429F-911A-AC66FAABBA5B}" type="presParOf" srcId="{F73833C0-0FBB-4446-A502-44BB9DDB9C25}" destId="{2B21087F-A671-4012-8AF0-58D4B3F28B39}" srcOrd="0" destOrd="0" presId="urn:microsoft.com/office/officeart/2018/2/layout/IconCircleList"/>
    <dgm:cxn modelId="{CBFF7CD1-1462-4692-A214-15E52685B0C7}" type="presParOf" srcId="{F73833C0-0FBB-4446-A502-44BB9DDB9C25}" destId="{1A1EB5B0-D1A9-4638-8E38-A81402095490}" srcOrd="1" destOrd="0" presId="urn:microsoft.com/office/officeart/2018/2/layout/IconCircleList"/>
    <dgm:cxn modelId="{CEEC5488-B474-4542-B79B-34176A67E698}" type="presParOf" srcId="{F73833C0-0FBB-4446-A502-44BB9DDB9C25}" destId="{57AAAD0A-48B6-47EF-9C55-309593454B8F}" srcOrd="2" destOrd="0" presId="urn:microsoft.com/office/officeart/2018/2/layout/IconCircleList"/>
    <dgm:cxn modelId="{40ADB1CB-CA9A-4325-9BE3-F1D22A56D787}" type="presParOf" srcId="{F73833C0-0FBB-4446-A502-44BB9DDB9C25}" destId="{807F5791-75EE-4786-A9D4-871438225A1E}" srcOrd="3" destOrd="0" presId="urn:microsoft.com/office/officeart/2018/2/layout/IconCircleList"/>
    <dgm:cxn modelId="{13D93D8B-AF45-46CC-88F3-6B1939E1DD79}" type="presParOf" srcId="{FAEB8D65-F117-4573-8EA8-F618FA963607}" destId="{548A70E9-9A4B-4129-B27A-1955051DCFB1}" srcOrd="5" destOrd="0" presId="urn:microsoft.com/office/officeart/2018/2/layout/IconCircleList"/>
    <dgm:cxn modelId="{932E99CD-E6E2-4C76-A447-223491730B8A}" type="presParOf" srcId="{FAEB8D65-F117-4573-8EA8-F618FA963607}" destId="{DF8C0499-C584-44E9-842B-927ECE253944}" srcOrd="6" destOrd="0" presId="urn:microsoft.com/office/officeart/2018/2/layout/IconCircleList"/>
    <dgm:cxn modelId="{C4D8CC4F-ABBF-48E9-B229-36472EE1BE94}" type="presParOf" srcId="{DF8C0499-C584-44E9-842B-927ECE253944}" destId="{AA76D93C-5670-460A-AFE6-F3ED70DB19CB}" srcOrd="0" destOrd="0" presId="urn:microsoft.com/office/officeart/2018/2/layout/IconCircleList"/>
    <dgm:cxn modelId="{3395B01E-5671-4401-B822-485AFDDC3567}" type="presParOf" srcId="{DF8C0499-C584-44E9-842B-927ECE253944}" destId="{E4700469-D216-4C24-A985-04B80C7A6FE7}" srcOrd="1" destOrd="0" presId="urn:microsoft.com/office/officeart/2018/2/layout/IconCircleList"/>
    <dgm:cxn modelId="{36069D98-2182-4C4A-8989-B531E1581497}" type="presParOf" srcId="{DF8C0499-C584-44E9-842B-927ECE253944}" destId="{4DFC4DE1-4936-4A19-ACB4-241631C97ACE}" srcOrd="2" destOrd="0" presId="urn:microsoft.com/office/officeart/2018/2/layout/IconCircleList"/>
    <dgm:cxn modelId="{BBBCF889-7FAB-47BD-B80F-35E15CFFE635}" type="presParOf" srcId="{DF8C0499-C584-44E9-842B-927ECE253944}" destId="{339F951B-7305-4FFE-9DBE-BC6677B070A4}" srcOrd="3" destOrd="0" presId="urn:microsoft.com/office/officeart/2018/2/layout/IconCircleList"/>
    <dgm:cxn modelId="{CF42CB3B-2DBE-4B11-B767-56FF37C86B3C}" type="presParOf" srcId="{FAEB8D65-F117-4573-8EA8-F618FA963607}" destId="{162E2A90-EE68-4084-B2A0-746A4B9E3EB8}" srcOrd="7" destOrd="0" presId="urn:microsoft.com/office/officeart/2018/2/layout/IconCircleList"/>
    <dgm:cxn modelId="{8575D802-BC81-484E-AD44-5B489BB63E8A}" type="presParOf" srcId="{FAEB8D65-F117-4573-8EA8-F618FA963607}" destId="{97D986AE-7979-4318-93B8-08C911AC8C91}" srcOrd="8" destOrd="0" presId="urn:microsoft.com/office/officeart/2018/2/layout/IconCircleList"/>
    <dgm:cxn modelId="{DA2B93B4-3D36-4062-95E8-E7DEF4ED3A26}" type="presParOf" srcId="{97D986AE-7979-4318-93B8-08C911AC8C91}" destId="{4758D7AD-1F75-4FE0-8A54-4CA8147CE557}" srcOrd="0" destOrd="0" presId="urn:microsoft.com/office/officeart/2018/2/layout/IconCircleList"/>
    <dgm:cxn modelId="{BB44041E-74A5-46FE-9676-B1E52E46D014}" type="presParOf" srcId="{97D986AE-7979-4318-93B8-08C911AC8C91}" destId="{C0869CF0-8CD1-43AD-816A-EEE9DAB1A14D}" srcOrd="1" destOrd="0" presId="urn:microsoft.com/office/officeart/2018/2/layout/IconCircleList"/>
    <dgm:cxn modelId="{2AAE3F9E-DA3B-4B6E-826F-BC877BBDCB24}" type="presParOf" srcId="{97D986AE-7979-4318-93B8-08C911AC8C91}" destId="{E69F16DE-0ECE-41D8-A051-3141AD67E8BB}" srcOrd="2" destOrd="0" presId="urn:microsoft.com/office/officeart/2018/2/layout/IconCircleList"/>
    <dgm:cxn modelId="{DA85BC8B-2A97-49A0-ABCD-07054F067F1C}" type="presParOf" srcId="{97D986AE-7979-4318-93B8-08C911AC8C91}" destId="{91D9A0E7-ADB3-45A7-8125-40657A223105}" srcOrd="3" destOrd="0" presId="urn:microsoft.com/office/officeart/2018/2/layout/IconCircleList"/>
    <dgm:cxn modelId="{5D3781A0-02F7-45B4-9D48-D0BA8BB2B660}" type="presParOf" srcId="{FAEB8D65-F117-4573-8EA8-F618FA963607}" destId="{88F07C9C-B505-4824-A78E-D23D74526D85}" srcOrd="9" destOrd="0" presId="urn:microsoft.com/office/officeart/2018/2/layout/IconCircleList"/>
    <dgm:cxn modelId="{73140BCC-F097-49F2-A580-D843B77F5932}" type="presParOf" srcId="{FAEB8D65-F117-4573-8EA8-F618FA963607}" destId="{1502D269-2947-4308-A342-33452BD0A9EE}" srcOrd="10" destOrd="0" presId="urn:microsoft.com/office/officeart/2018/2/layout/IconCircleList"/>
    <dgm:cxn modelId="{5A3DBF98-E571-41F8-9F79-35705F5CF324}" type="presParOf" srcId="{1502D269-2947-4308-A342-33452BD0A9EE}" destId="{8ADBC87D-EE2C-4297-B354-B4BE89180177}" srcOrd="0" destOrd="0" presId="urn:microsoft.com/office/officeart/2018/2/layout/IconCircleList"/>
    <dgm:cxn modelId="{857A1056-6827-4893-9039-2030845FACCE}" type="presParOf" srcId="{1502D269-2947-4308-A342-33452BD0A9EE}" destId="{571E6382-9393-47F4-81BA-94727A71E0DE}" srcOrd="1" destOrd="0" presId="urn:microsoft.com/office/officeart/2018/2/layout/IconCircleList"/>
    <dgm:cxn modelId="{6663A023-1B3B-4D85-BD7C-8CB6F88EF295}" type="presParOf" srcId="{1502D269-2947-4308-A342-33452BD0A9EE}" destId="{B3077BAB-7388-45F2-9B9D-CF4349402E3D}" srcOrd="2" destOrd="0" presId="urn:microsoft.com/office/officeart/2018/2/layout/IconCircleList"/>
    <dgm:cxn modelId="{0066A180-521E-4544-B8AF-1CE30AC78AE0}" type="presParOf" srcId="{1502D269-2947-4308-A342-33452BD0A9EE}" destId="{E4C41E54-32E8-4562-8548-935F687F0E46}" srcOrd="3" destOrd="0" presId="urn:microsoft.com/office/officeart/2018/2/layout/IconCircleList"/>
    <dgm:cxn modelId="{E537D52B-6445-4E38-965E-7857B2BF54FF}" type="presParOf" srcId="{FAEB8D65-F117-4573-8EA8-F618FA963607}" destId="{B3559C55-1568-42C7-8996-9CBCF5A3B1CB}" srcOrd="11" destOrd="0" presId="urn:microsoft.com/office/officeart/2018/2/layout/IconCircleList"/>
    <dgm:cxn modelId="{AB0E65ED-C608-44A9-8F59-EBF5DCD5804F}" type="presParOf" srcId="{FAEB8D65-F117-4573-8EA8-F618FA963607}" destId="{94BCC137-B037-4C94-9EC9-1BD5249C1061}" srcOrd="12" destOrd="0" presId="urn:microsoft.com/office/officeart/2018/2/layout/IconCircleList"/>
    <dgm:cxn modelId="{EE665EEB-B879-43E7-823B-DEB837BDAFB1}" type="presParOf" srcId="{94BCC137-B037-4C94-9EC9-1BD5249C1061}" destId="{85199D33-7B5E-4809-9DD4-8D181AFEBD78}" srcOrd="0" destOrd="0" presId="urn:microsoft.com/office/officeart/2018/2/layout/IconCircleList"/>
    <dgm:cxn modelId="{5E6E326B-3BED-4D8B-A059-80BE13926B88}" type="presParOf" srcId="{94BCC137-B037-4C94-9EC9-1BD5249C1061}" destId="{CE59E386-DB9D-4B62-BAAE-A247DED65D74}" srcOrd="1" destOrd="0" presId="urn:microsoft.com/office/officeart/2018/2/layout/IconCircleList"/>
    <dgm:cxn modelId="{B229FB72-17A2-4A2A-B8A0-D62A1C7D0330}" type="presParOf" srcId="{94BCC137-B037-4C94-9EC9-1BD5249C1061}" destId="{4B1DA820-9470-48E2-938D-F6299B21A6CC}" srcOrd="2" destOrd="0" presId="urn:microsoft.com/office/officeart/2018/2/layout/IconCircleList"/>
    <dgm:cxn modelId="{F0607F95-46F5-4BFD-B9D4-9F6D9F578AC7}" type="presParOf" srcId="{94BCC137-B037-4C94-9EC9-1BD5249C1061}" destId="{72FE3E4D-5DE1-4A9E-908A-6C31DE7B90B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079B-B4F4-4D40-B067-4A9378E602D4}">
      <dsp:nvSpPr>
        <dsp:cNvPr id="0" name=""/>
        <dsp:cNvSpPr/>
      </dsp:nvSpPr>
      <dsp:spPr>
        <a:xfrm>
          <a:off x="2627454" y="721324"/>
          <a:ext cx="5568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6828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91183" y="764107"/>
        <a:ext cx="29371" cy="5874"/>
      </dsp:txXfrm>
    </dsp:sp>
    <dsp:sp modelId="{8EADA5EA-AF2A-48ED-8D96-86A17CBAD478}">
      <dsp:nvSpPr>
        <dsp:cNvPr id="0" name=""/>
        <dsp:cNvSpPr/>
      </dsp:nvSpPr>
      <dsp:spPr>
        <a:xfrm>
          <a:off x="75216" y="833"/>
          <a:ext cx="2554037" cy="15324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150" tIns="131367" rIns="125150" bIns="1313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Protect the Kondapalli Reserve Forest from increasing deforestation.</a:t>
          </a:r>
        </a:p>
      </dsp:txBody>
      <dsp:txXfrm>
        <a:off x="75216" y="833"/>
        <a:ext cx="2554037" cy="1532422"/>
      </dsp:txXfrm>
    </dsp:sp>
    <dsp:sp modelId="{111F55EB-842D-4590-9FCE-B4681664EDA7}">
      <dsp:nvSpPr>
        <dsp:cNvPr id="0" name=""/>
        <dsp:cNvSpPr/>
      </dsp:nvSpPr>
      <dsp:spPr>
        <a:xfrm>
          <a:off x="5768920" y="721324"/>
          <a:ext cx="5568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6828" y="45720"/>
              </a:lnTo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32649" y="764107"/>
        <a:ext cx="29371" cy="5874"/>
      </dsp:txXfrm>
    </dsp:sp>
    <dsp:sp modelId="{FC18F86B-3A6E-4B62-873B-B9947EFE6CB0}">
      <dsp:nvSpPr>
        <dsp:cNvPr id="0" name=""/>
        <dsp:cNvSpPr/>
      </dsp:nvSpPr>
      <dsp:spPr>
        <a:xfrm>
          <a:off x="3216683" y="833"/>
          <a:ext cx="2554037" cy="15324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150" tIns="131367" rIns="125150" bIns="1313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Monitor environmental changes using satellite imagery. </a:t>
          </a:r>
        </a:p>
      </dsp:txBody>
      <dsp:txXfrm>
        <a:off x="3216683" y="833"/>
        <a:ext cx="2554037" cy="1532422"/>
      </dsp:txXfrm>
    </dsp:sp>
    <dsp:sp modelId="{2ADF555B-29E2-4C08-A86B-DDBF92C65DFA}">
      <dsp:nvSpPr>
        <dsp:cNvPr id="0" name=""/>
        <dsp:cNvSpPr/>
      </dsp:nvSpPr>
      <dsp:spPr>
        <a:xfrm>
          <a:off x="1352235" y="1531456"/>
          <a:ext cx="6282932" cy="556828"/>
        </a:xfrm>
        <a:custGeom>
          <a:avLst/>
          <a:gdLst/>
          <a:ahLst/>
          <a:cxnLst/>
          <a:rect l="0" t="0" r="0" b="0"/>
          <a:pathLst>
            <a:path>
              <a:moveTo>
                <a:pt x="6282932" y="0"/>
              </a:moveTo>
              <a:lnTo>
                <a:pt x="6282932" y="295514"/>
              </a:lnTo>
              <a:lnTo>
                <a:pt x="0" y="295514"/>
              </a:lnTo>
              <a:lnTo>
                <a:pt x="0" y="556828"/>
              </a:lnTo>
            </a:path>
          </a:pathLst>
        </a:custGeom>
        <a:noFill/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35943" y="1806933"/>
        <a:ext cx="315516" cy="5874"/>
      </dsp:txXfrm>
    </dsp:sp>
    <dsp:sp modelId="{25CDD544-498A-4FC4-9BFF-9303B085B69D}">
      <dsp:nvSpPr>
        <dsp:cNvPr id="0" name=""/>
        <dsp:cNvSpPr/>
      </dsp:nvSpPr>
      <dsp:spPr>
        <a:xfrm>
          <a:off x="6358149" y="833"/>
          <a:ext cx="2554037" cy="153242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150" tIns="131367" rIns="125150" bIns="1313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Analyze the impact of air pollution on the forest ecosystem. </a:t>
          </a:r>
        </a:p>
      </dsp:txBody>
      <dsp:txXfrm>
        <a:off x="6358149" y="833"/>
        <a:ext cx="2554037" cy="1532422"/>
      </dsp:txXfrm>
    </dsp:sp>
    <dsp:sp modelId="{2C775D33-F053-4446-88BB-5ECEDA2650A2}">
      <dsp:nvSpPr>
        <dsp:cNvPr id="0" name=""/>
        <dsp:cNvSpPr/>
      </dsp:nvSpPr>
      <dsp:spPr>
        <a:xfrm>
          <a:off x="2627454" y="2841176"/>
          <a:ext cx="5568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6828" y="45720"/>
              </a:lnTo>
            </a:path>
          </a:pathLst>
        </a:custGeom>
        <a:noFill/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91183" y="2883958"/>
        <a:ext cx="29371" cy="5874"/>
      </dsp:txXfrm>
    </dsp:sp>
    <dsp:sp modelId="{8C0AAC17-9298-4745-9481-B8AB99A66DA3}">
      <dsp:nvSpPr>
        <dsp:cNvPr id="0" name=""/>
        <dsp:cNvSpPr/>
      </dsp:nvSpPr>
      <dsp:spPr>
        <a:xfrm>
          <a:off x="75216" y="2120684"/>
          <a:ext cx="2554037" cy="153242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150" tIns="131367" rIns="125150" bIns="1313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Apply Machine Learning for accurate land cover classification and prediction. </a:t>
          </a:r>
        </a:p>
      </dsp:txBody>
      <dsp:txXfrm>
        <a:off x="75216" y="2120684"/>
        <a:ext cx="2554037" cy="1532422"/>
      </dsp:txXfrm>
    </dsp:sp>
    <dsp:sp modelId="{FD00B524-4A6E-4E53-9880-CD69B33B143C}">
      <dsp:nvSpPr>
        <dsp:cNvPr id="0" name=""/>
        <dsp:cNvSpPr/>
      </dsp:nvSpPr>
      <dsp:spPr>
        <a:xfrm>
          <a:off x="3216683" y="2120684"/>
          <a:ext cx="2554037" cy="153242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150" tIns="131367" rIns="125150" bIns="1313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Support sustainable forest management and conservation efforts.</a:t>
          </a:r>
        </a:p>
      </dsp:txBody>
      <dsp:txXfrm>
        <a:off x="3216683" y="2120684"/>
        <a:ext cx="2554037" cy="15324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83FD13-45FA-43F9-8D28-82961D603BEA}">
      <dsp:nvSpPr>
        <dsp:cNvPr id="0" name=""/>
        <dsp:cNvSpPr/>
      </dsp:nvSpPr>
      <dsp:spPr>
        <a:xfrm>
          <a:off x="1097" y="543369"/>
          <a:ext cx="4278671" cy="256720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Objectives of the Project</a:t>
          </a:r>
          <a:endParaRPr lang="en-US" sz="1700" kern="1200" dirty="0">
            <a:solidFill>
              <a:schemeClr val="tx1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chemeClr val="tx1"/>
              </a:solidFill>
            </a:rPr>
            <a:t>Monitor </a:t>
          </a:r>
          <a:r>
            <a:rPr lang="en-US" sz="1300" b="1" kern="1200" dirty="0">
              <a:solidFill>
                <a:schemeClr val="tx1"/>
              </a:solidFill>
            </a:rPr>
            <a:t>deforestation</a:t>
          </a:r>
          <a:r>
            <a:rPr lang="en-US" sz="1300" kern="1200" dirty="0">
              <a:solidFill>
                <a:schemeClr val="tx1"/>
              </a:solidFill>
            </a:rPr>
            <a:t> in Kondapalli Reserve Forest using satellite imagery.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chemeClr val="tx1"/>
              </a:solidFill>
            </a:rPr>
            <a:t>Analyze </a:t>
          </a:r>
          <a:r>
            <a:rPr lang="en-US" sz="1300" b="1" kern="1200" dirty="0">
              <a:solidFill>
                <a:schemeClr val="tx1"/>
              </a:solidFill>
            </a:rPr>
            <a:t>air pollution</a:t>
          </a:r>
          <a:r>
            <a:rPr lang="en-US" sz="1300" kern="1200" dirty="0">
              <a:solidFill>
                <a:schemeClr val="tx1"/>
              </a:solidFill>
            </a:rPr>
            <a:t> and its impact on the forest environment.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chemeClr val="tx1"/>
              </a:solidFill>
            </a:rPr>
            <a:t>Perform </a:t>
          </a:r>
          <a:r>
            <a:rPr lang="en-US" sz="1300" b="1" kern="1200" dirty="0">
              <a:solidFill>
                <a:schemeClr val="tx1"/>
              </a:solidFill>
            </a:rPr>
            <a:t>Land Use and Land Cover (LULC) classification over multiple decades</a:t>
          </a:r>
          <a:r>
            <a:rPr lang="en-US" sz="1300" kern="1200" dirty="0">
              <a:solidFill>
                <a:schemeClr val="tx1"/>
              </a:solidFill>
            </a:rPr>
            <a:t> using Machine Learning. </a:t>
          </a:r>
          <a:br>
            <a:rPr lang="en-US" sz="1300" kern="1200" dirty="0">
              <a:solidFill>
                <a:schemeClr val="tx1"/>
              </a:solidFill>
            </a:rPr>
          </a:br>
          <a:endParaRPr lang="en-US" sz="1300" kern="1200" dirty="0">
            <a:solidFill>
              <a:schemeClr val="tx1"/>
            </a:solidFill>
          </a:endParaRPr>
        </a:p>
      </dsp:txBody>
      <dsp:txXfrm>
        <a:off x="1097" y="543369"/>
        <a:ext cx="4278671" cy="2567202"/>
      </dsp:txXfrm>
    </dsp:sp>
    <dsp:sp modelId="{9E86647C-B7C5-4E7F-826C-FDB48DB96C73}">
      <dsp:nvSpPr>
        <dsp:cNvPr id="0" name=""/>
        <dsp:cNvSpPr/>
      </dsp:nvSpPr>
      <dsp:spPr>
        <a:xfrm>
          <a:off x="4707635" y="543369"/>
          <a:ext cx="4278671" cy="256720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Expected Outcomes of the Project</a:t>
          </a:r>
          <a:endParaRPr lang="en-US" sz="1700" kern="1200" dirty="0">
            <a:solidFill>
              <a:schemeClr val="tx1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chemeClr val="tx1"/>
              </a:solidFill>
            </a:rPr>
            <a:t>Accurate of the Kondapalli Reserve Forest.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chemeClr val="tx1"/>
              </a:solidFill>
            </a:rPr>
            <a:t>Identification </a:t>
          </a:r>
          <a:r>
            <a:rPr lang="en-US" sz="1300" b="1" kern="1200" dirty="0">
              <a:solidFill>
                <a:schemeClr val="tx1"/>
              </a:solidFill>
            </a:rPr>
            <a:t>LULC maps </a:t>
          </a:r>
          <a:r>
            <a:rPr lang="en-US" sz="1300" kern="1200" dirty="0">
              <a:solidFill>
                <a:schemeClr val="tx1"/>
              </a:solidFill>
            </a:rPr>
            <a:t> of </a:t>
          </a:r>
          <a:r>
            <a:rPr lang="en-US" sz="1300" b="1" kern="1200" dirty="0">
              <a:solidFill>
                <a:schemeClr val="tx1"/>
              </a:solidFill>
            </a:rPr>
            <a:t>deforestation trends</a:t>
          </a:r>
          <a:r>
            <a:rPr lang="en-US" sz="1300" kern="1200" dirty="0">
              <a:solidFill>
                <a:schemeClr val="tx1"/>
              </a:solidFill>
            </a:rPr>
            <a:t> and affected areas.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chemeClr val="tx1"/>
              </a:solidFill>
            </a:rPr>
            <a:t>Analysis of </a:t>
          </a:r>
          <a:r>
            <a:rPr lang="en-US" sz="1300" b="1" kern="1200" dirty="0">
              <a:solidFill>
                <a:schemeClr val="tx1"/>
              </a:solidFill>
            </a:rPr>
            <a:t>air pollution patterns</a:t>
          </a:r>
          <a:r>
            <a:rPr lang="en-US" sz="1300" kern="1200" dirty="0">
              <a:solidFill>
                <a:schemeClr val="tx1"/>
              </a:solidFill>
            </a:rPr>
            <a:t> in the study area.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chemeClr val="tx1"/>
              </a:solidFill>
            </a:rPr>
            <a:t>Prediction of future </a:t>
          </a:r>
          <a:r>
            <a:rPr lang="en-US" sz="1300" b="1" kern="1200" dirty="0">
              <a:solidFill>
                <a:schemeClr val="tx1"/>
              </a:solidFill>
            </a:rPr>
            <a:t>forest cover and land use changes</a:t>
          </a:r>
          <a:r>
            <a:rPr lang="en-US" sz="1300" kern="1200" dirty="0">
              <a:solidFill>
                <a:schemeClr val="tx1"/>
              </a:solidFill>
            </a:rPr>
            <a:t>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chemeClr val="tx1"/>
              </a:solidFill>
            </a:rPr>
            <a:t>A decision-support system for </a:t>
          </a:r>
          <a:r>
            <a:rPr lang="en-US" sz="1300" b="1" kern="1200" dirty="0">
              <a:solidFill>
                <a:schemeClr val="tx1"/>
              </a:solidFill>
            </a:rPr>
            <a:t>environmental monitoring and sustainable forest management</a:t>
          </a:r>
          <a:r>
            <a:rPr lang="en-US" sz="1300" kern="1200" dirty="0">
              <a:solidFill>
                <a:schemeClr val="tx1"/>
              </a:solidFill>
            </a:rPr>
            <a:t>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chemeClr val="tx1"/>
              </a:solidFill>
            </a:rPr>
            <a:t>Multi-decadal LULC classification maps.</a:t>
          </a:r>
        </a:p>
      </dsp:txBody>
      <dsp:txXfrm>
        <a:off x="4707635" y="543369"/>
        <a:ext cx="4278671" cy="25672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A6F2F1-9C12-41C2-9D2B-53B3520BACD3}">
      <dsp:nvSpPr>
        <dsp:cNvPr id="0" name=""/>
        <dsp:cNvSpPr/>
      </dsp:nvSpPr>
      <dsp:spPr>
        <a:xfrm>
          <a:off x="0" y="119692"/>
          <a:ext cx="6832212" cy="35977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C00000"/>
              </a:solidFill>
            </a:rPr>
            <a:t>Datasets</a:t>
          </a:r>
          <a:endParaRPr lang="en-US" sz="1500" kern="1200" dirty="0">
            <a:solidFill>
              <a:srgbClr val="C00000"/>
            </a:solidFill>
          </a:endParaRPr>
        </a:p>
      </dsp:txBody>
      <dsp:txXfrm>
        <a:off x="17563" y="137255"/>
        <a:ext cx="6797086" cy="324648"/>
      </dsp:txXfrm>
    </dsp:sp>
    <dsp:sp modelId="{419A6AD4-D9B7-4705-AD6A-A66FA3F9A598}">
      <dsp:nvSpPr>
        <dsp:cNvPr id="0" name=""/>
        <dsp:cNvSpPr/>
      </dsp:nvSpPr>
      <dsp:spPr>
        <a:xfrm>
          <a:off x="0" y="522667"/>
          <a:ext cx="6832212" cy="359774"/>
        </a:xfrm>
        <a:prstGeom prst="roundRect">
          <a:avLst/>
        </a:prstGeom>
        <a:gradFill rotWithShape="0">
          <a:gsLst>
            <a:gs pos="0">
              <a:schemeClr val="accent2">
                <a:hueOff val="41197"/>
                <a:satOff val="-4363"/>
                <a:lumOff val="-107"/>
                <a:alphaOff val="0"/>
                <a:tint val="96000"/>
                <a:lumMod val="104000"/>
              </a:schemeClr>
            </a:gs>
            <a:gs pos="100000">
              <a:schemeClr val="accent2">
                <a:hueOff val="41197"/>
                <a:satOff val="-4363"/>
                <a:lumOff val="-107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Sentinel-2 Satellite Images </a:t>
          </a:r>
        </a:p>
      </dsp:txBody>
      <dsp:txXfrm>
        <a:off x="17563" y="540230"/>
        <a:ext cx="6797086" cy="324648"/>
      </dsp:txXfrm>
    </dsp:sp>
    <dsp:sp modelId="{59ABB5F0-2A4F-4D4E-B5C6-25C1F7786E1C}">
      <dsp:nvSpPr>
        <dsp:cNvPr id="0" name=""/>
        <dsp:cNvSpPr/>
      </dsp:nvSpPr>
      <dsp:spPr>
        <a:xfrm>
          <a:off x="0" y="925642"/>
          <a:ext cx="6832212" cy="359774"/>
        </a:xfrm>
        <a:prstGeom prst="roundRect">
          <a:avLst/>
        </a:prstGeom>
        <a:gradFill rotWithShape="0">
          <a:gsLst>
            <a:gs pos="0">
              <a:schemeClr val="accent2">
                <a:hueOff val="82394"/>
                <a:satOff val="-8726"/>
                <a:lumOff val="-214"/>
                <a:alphaOff val="0"/>
                <a:tint val="96000"/>
                <a:lumMod val="104000"/>
              </a:schemeClr>
            </a:gs>
            <a:gs pos="100000">
              <a:schemeClr val="accent2">
                <a:hueOff val="82394"/>
                <a:satOff val="-8726"/>
                <a:lumOff val="-214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Landsat 8/9 Images </a:t>
          </a:r>
        </a:p>
      </dsp:txBody>
      <dsp:txXfrm>
        <a:off x="17563" y="943205"/>
        <a:ext cx="6797086" cy="324648"/>
      </dsp:txXfrm>
    </dsp:sp>
    <dsp:sp modelId="{7AD021B5-D822-45AC-991E-C83117FAF571}">
      <dsp:nvSpPr>
        <dsp:cNvPr id="0" name=""/>
        <dsp:cNvSpPr/>
      </dsp:nvSpPr>
      <dsp:spPr>
        <a:xfrm>
          <a:off x="0" y="1328617"/>
          <a:ext cx="6832212" cy="359774"/>
        </a:xfrm>
        <a:prstGeom prst="roundRect">
          <a:avLst/>
        </a:prstGeom>
        <a:gradFill rotWithShape="0">
          <a:gsLst>
            <a:gs pos="0">
              <a:schemeClr val="accent2">
                <a:hueOff val="123590"/>
                <a:satOff val="-13089"/>
                <a:lumOff val="-321"/>
                <a:alphaOff val="0"/>
                <a:tint val="96000"/>
                <a:lumMod val="104000"/>
              </a:schemeClr>
            </a:gs>
            <a:gs pos="100000">
              <a:schemeClr val="accent2">
                <a:hueOff val="123590"/>
                <a:satOff val="-13089"/>
                <a:lumOff val="-321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Sentinel-5P Air Pollution Data </a:t>
          </a:r>
        </a:p>
      </dsp:txBody>
      <dsp:txXfrm>
        <a:off x="17563" y="1346180"/>
        <a:ext cx="6797086" cy="324648"/>
      </dsp:txXfrm>
    </dsp:sp>
    <dsp:sp modelId="{E0E4D62D-88DE-4A01-8420-C3C6925518E4}">
      <dsp:nvSpPr>
        <dsp:cNvPr id="0" name=""/>
        <dsp:cNvSpPr/>
      </dsp:nvSpPr>
      <dsp:spPr>
        <a:xfrm>
          <a:off x="0" y="1731592"/>
          <a:ext cx="6832212" cy="359774"/>
        </a:xfrm>
        <a:prstGeom prst="roundRect">
          <a:avLst/>
        </a:prstGeom>
        <a:gradFill rotWithShape="0">
          <a:gsLst>
            <a:gs pos="0">
              <a:schemeClr val="accent2">
                <a:hueOff val="164787"/>
                <a:satOff val="-17452"/>
                <a:lumOff val="-428"/>
                <a:alphaOff val="0"/>
                <a:tint val="96000"/>
                <a:lumMod val="104000"/>
              </a:schemeClr>
            </a:gs>
            <a:gs pos="100000">
              <a:schemeClr val="accent2">
                <a:hueOff val="164787"/>
                <a:satOff val="-17452"/>
                <a:lumOff val="-428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Kondapalli Forest Boundary </a:t>
          </a:r>
        </a:p>
      </dsp:txBody>
      <dsp:txXfrm>
        <a:off x="17563" y="1749155"/>
        <a:ext cx="6797086" cy="324648"/>
      </dsp:txXfrm>
    </dsp:sp>
    <dsp:sp modelId="{39BAA267-EE8A-4BBB-AB50-25837E35477A}">
      <dsp:nvSpPr>
        <dsp:cNvPr id="0" name=""/>
        <dsp:cNvSpPr/>
      </dsp:nvSpPr>
      <dsp:spPr>
        <a:xfrm>
          <a:off x="0" y="2134567"/>
          <a:ext cx="6832212" cy="359774"/>
        </a:xfrm>
        <a:prstGeom prst="roundRect">
          <a:avLst/>
        </a:prstGeom>
        <a:gradFill rotWithShape="0">
          <a:gsLst>
            <a:gs pos="0">
              <a:schemeClr val="accent2">
                <a:hueOff val="205984"/>
                <a:satOff val="-21815"/>
                <a:lumOff val="-535"/>
                <a:alphaOff val="0"/>
                <a:tint val="96000"/>
                <a:lumMod val="104000"/>
              </a:schemeClr>
            </a:gs>
            <a:gs pos="100000">
              <a:schemeClr val="accent2">
                <a:hueOff val="205984"/>
                <a:satOff val="-21815"/>
                <a:lumOff val="-535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Google Earth/ESA </a:t>
          </a:r>
          <a:r>
            <a:rPr lang="en-US" sz="1500" kern="1200" dirty="0" err="1">
              <a:solidFill>
                <a:schemeClr val="tx1"/>
              </a:solidFill>
            </a:rPr>
            <a:t>WorldCover</a:t>
          </a:r>
          <a:r>
            <a:rPr lang="en-US" sz="1500" kern="1200" dirty="0">
              <a:solidFill>
                <a:schemeClr val="tx1"/>
              </a:solidFill>
            </a:rPr>
            <a:t> (Reference Data) </a:t>
          </a:r>
        </a:p>
      </dsp:txBody>
      <dsp:txXfrm>
        <a:off x="17563" y="2152130"/>
        <a:ext cx="6797086" cy="324648"/>
      </dsp:txXfrm>
    </dsp:sp>
    <dsp:sp modelId="{097D1945-1185-4341-AF21-6C2F1C54BC0C}">
      <dsp:nvSpPr>
        <dsp:cNvPr id="0" name=""/>
        <dsp:cNvSpPr/>
      </dsp:nvSpPr>
      <dsp:spPr>
        <a:xfrm>
          <a:off x="0" y="2537542"/>
          <a:ext cx="6832212" cy="359774"/>
        </a:xfrm>
        <a:prstGeom prst="roundRect">
          <a:avLst/>
        </a:prstGeom>
        <a:gradFill rotWithShape="0">
          <a:gsLst>
            <a:gs pos="0">
              <a:schemeClr val="accent2">
                <a:hueOff val="247181"/>
                <a:satOff val="-26178"/>
                <a:lumOff val="-641"/>
                <a:alphaOff val="0"/>
                <a:tint val="96000"/>
                <a:lumMod val="104000"/>
              </a:schemeClr>
            </a:gs>
            <a:gs pos="100000">
              <a:schemeClr val="accent2">
                <a:hueOff val="247181"/>
                <a:satOff val="-26178"/>
                <a:lumOff val="-641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C00000"/>
              </a:solidFill>
            </a:rPr>
            <a:t>Requirements</a:t>
          </a:r>
          <a:endParaRPr lang="en-US" sz="1500" kern="1200" dirty="0">
            <a:solidFill>
              <a:srgbClr val="C00000"/>
            </a:solidFill>
          </a:endParaRPr>
        </a:p>
      </dsp:txBody>
      <dsp:txXfrm>
        <a:off x="17563" y="2555105"/>
        <a:ext cx="6797086" cy="324648"/>
      </dsp:txXfrm>
    </dsp:sp>
    <dsp:sp modelId="{23213C96-D6E4-4B8F-90AB-F17309D7E63D}">
      <dsp:nvSpPr>
        <dsp:cNvPr id="0" name=""/>
        <dsp:cNvSpPr/>
      </dsp:nvSpPr>
      <dsp:spPr>
        <a:xfrm>
          <a:off x="0" y="2940517"/>
          <a:ext cx="6832212" cy="359774"/>
        </a:xfrm>
        <a:prstGeom prst="roundRect">
          <a:avLst/>
        </a:prstGeom>
        <a:gradFill rotWithShape="0">
          <a:gsLst>
            <a:gs pos="0">
              <a:schemeClr val="accent2">
                <a:hueOff val="288378"/>
                <a:satOff val="-30541"/>
                <a:lumOff val="-748"/>
                <a:alphaOff val="0"/>
                <a:tint val="96000"/>
                <a:lumMod val="104000"/>
              </a:schemeClr>
            </a:gs>
            <a:gs pos="100000">
              <a:schemeClr val="accent2">
                <a:hueOff val="288378"/>
                <a:satOff val="-30541"/>
                <a:lumOff val="-748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Google Earth Engine </a:t>
          </a:r>
        </a:p>
      </dsp:txBody>
      <dsp:txXfrm>
        <a:off x="17563" y="2958080"/>
        <a:ext cx="6797086" cy="324648"/>
      </dsp:txXfrm>
    </dsp:sp>
    <dsp:sp modelId="{E98B0416-2C76-4FE8-9712-4A1CB6C573BF}">
      <dsp:nvSpPr>
        <dsp:cNvPr id="0" name=""/>
        <dsp:cNvSpPr/>
      </dsp:nvSpPr>
      <dsp:spPr>
        <a:xfrm>
          <a:off x="0" y="3343492"/>
          <a:ext cx="6832212" cy="359774"/>
        </a:xfrm>
        <a:prstGeom prst="roundRect">
          <a:avLst/>
        </a:prstGeom>
        <a:gradFill rotWithShape="0">
          <a:gsLst>
            <a:gs pos="0">
              <a:schemeClr val="accent2">
                <a:hueOff val="329575"/>
                <a:satOff val="-34904"/>
                <a:lumOff val="-855"/>
                <a:alphaOff val="0"/>
                <a:tint val="96000"/>
                <a:lumMod val="104000"/>
              </a:schemeClr>
            </a:gs>
            <a:gs pos="100000">
              <a:schemeClr val="accent2">
                <a:hueOff val="329575"/>
                <a:satOff val="-34904"/>
                <a:lumOff val="-855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Google Earth Pro </a:t>
          </a:r>
        </a:p>
      </dsp:txBody>
      <dsp:txXfrm>
        <a:off x="17563" y="3361055"/>
        <a:ext cx="6797086" cy="324648"/>
      </dsp:txXfrm>
    </dsp:sp>
    <dsp:sp modelId="{4145467F-66B2-49E3-8C56-F31A3495775C}">
      <dsp:nvSpPr>
        <dsp:cNvPr id="0" name=""/>
        <dsp:cNvSpPr/>
      </dsp:nvSpPr>
      <dsp:spPr>
        <a:xfrm>
          <a:off x="0" y="3746467"/>
          <a:ext cx="6832212" cy="359774"/>
        </a:xfrm>
        <a:prstGeom prst="roundRect">
          <a:avLst/>
        </a:prstGeom>
        <a:gradFill rotWithShape="0">
          <a:gsLst>
            <a:gs pos="0">
              <a:schemeClr val="accent2">
                <a:hueOff val="370771"/>
                <a:satOff val="-39267"/>
                <a:lumOff val="-962"/>
                <a:alphaOff val="0"/>
                <a:tint val="96000"/>
                <a:lumMod val="104000"/>
              </a:schemeClr>
            </a:gs>
            <a:gs pos="100000">
              <a:schemeClr val="accent2">
                <a:hueOff val="370771"/>
                <a:satOff val="-39267"/>
                <a:lumOff val="-962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Python &amp; JavaScript </a:t>
          </a:r>
        </a:p>
      </dsp:txBody>
      <dsp:txXfrm>
        <a:off x="17563" y="3764030"/>
        <a:ext cx="6797086" cy="324648"/>
      </dsp:txXfrm>
    </dsp:sp>
    <dsp:sp modelId="{AAC7A75E-03DA-4294-A483-33BBB2EC08BA}">
      <dsp:nvSpPr>
        <dsp:cNvPr id="0" name=""/>
        <dsp:cNvSpPr/>
      </dsp:nvSpPr>
      <dsp:spPr>
        <a:xfrm>
          <a:off x="0" y="4149442"/>
          <a:ext cx="6832212" cy="359774"/>
        </a:xfrm>
        <a:prstGeom prst="roundRect">
          <a:avLst/>
        </a:prstGeom>
        <a:gradFill rotWithShape="0">
          <a:gsLst>
            <a:gs pos="0">
              <a:schemeClr val="accent2">
                <a:hueOff val="411968"/>
                <a:satOff val="-43630"/>
                <a:lumOff val="-1069"/>
                <a:alphaOff val="0"/>
                <a:tint val="96000"/>
                <a:lumMod val="104000"/>
              </a:schemeClr>
            </a:gs>
            <a:gs pos="100000">
              <a:schemeClr val="accent2">
                <a:hueOff val="411968"/>
                <a:satOff val="-43630"/>
                <a:lumOff val="-1069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Google </a:t>
          </a:r>
          <a:r>
            <a:rPr lang="en-US" sz="1500" kern="1200" dirty="0" err="1">
              <a:solidFill>
                <a:schemeClr val="tx1"/>
              </a:solidFill>
            </a:rPr>
            <a:t>Colab</a:t>
          </a:r>
          <a:r>
            <a:rPr lang="en-US" sz="1500" kern="1200" dirty="0">
              <a:solidFill>
                <a:schemeClr val="tx1"/>
              </a:solidFill>
            </a:rPr>
            <a:t>/Jupyter Notebook </a:t>
          </a:r>
        </a:p>
      </dsp:txBody>
      <dsp:txXfrm>
        <a:off x="17563" y="4167005"/>
        <a:ext cx="6797086" cy="324648"/>
      </dsp:txXfrm>
    </dsp:sp>
    <dsp:sp modelId="{9C51675D-6350-4CE8-BED3-18A9F4D777FA}">
      <dsp:nvSpPr>
        <dsp:cNvPr id="0" name=""/>
        <dsp:cNvSpPr/>
      </dsp:nvSpPr>
      <dsp:spPr>
        <a:xfrm>
          <a:off x="0" y="4552417"/>
          <a:ext cx="6832212" cy="359774"/>
        </a:xfrm>
        <a:prstGeom prst="round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Scikit-learn, NumPy, Pandas, Matplotlib</a:t>
          </a:r>
        </a:p>
      </dsp:txBody>
      <dsp:txXfrm>
        <a:off x="17563" y="4569980"/>
        <a:ext cx="6797086" cy="3246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8D1D57-82E0-4C80-B153-B7CB787DB66F}">
      <dsp:nvSpPr>
        <dsp:cNvPr id="0" name=""/>
        <dsp:cNvSpPr/>
      </dsp:nvSpPr>
      <dsp:spPr>
        <a:xfrm>
          <a:off x="316160" y="119381"/>
          <a:ext cx="724279" cy="72427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7DD91D-C572-49AE-9A3B-46A82A2A24F4}">
      <dsp:nvSpPr>
        <dsp:cNvPr id="0" name=""/>
        <dsp:cNvSpPr/>
      </dsp:nvSpPr>
      <dsp:spPr>
        <a:xfrm>
          <a:off x="468259" y="271479"/>
          <a:ext cx="420082" cy="420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57958-18BA-4203-B891-06464A08A5F3}">
      <dsp:nvSpPr>
        <dsp:cNvPr id="0" name=""/>
        <dsp:cNvSpPr/>
      </dsp:nvSpPr>
      <dsp:spPr>
        <a:xfrm>
          <a:off x="1195643" y="119381"/>
          <a:ext cx="1707230" cy="724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Google Earth Engine Documentation</a:t>
          </a:r>
          <a:br>
            <a:rPr lang="en-US" sz="1100" kern="1200"/>
          </a:br>
          <a:r>
            <a:rPr lang="en-US" sz="1100" kern="1200">
              <a:hlinkClick xmlns:r="http://schemas.openxmlformats.org/officeDocument/2006/relationships" r:id="rId2"/>
            </a:rPr>
            <a:t>https://developers.google.com/earth-engine</a:t>
          </a:r>
          <a:r>
            <a:rPr lang="en-US" sz="1100" kern="1200"/>
            <a:t> </a:t>
          </a:r>
        </a:p>
      </dsp:txBody>
      <dsp:txXfrm>
        <a:off x="1195643" y="119381"/>
        <a:ext cx="1707230" cy="724279"/>
      </dsp:txXfrm>
    </dsp:sp>
    <dsp:sp modelId="{723A5B70-3BC0-4445-838D-E864C54BB1DC}">
      <dsp:nvSpPr>
        <dsp:cNvPr id="0" name=""/>
        <dsp:cNvSpPr/>
      </dsp:nvSpPr>
      <dsp:spPr>
        <a:xfrm>
          <a:off x="3200345" y="119381"/>
          <a:ext cx="724279" cy="72427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3372AF-0056-4D7E-A79D-5485A9FFD1C6}">
      <dsp:nvSpPr>
        <dsp:cNvPr id="0" name=""/>
        <dsp:cNvSpPr/>
      </dsp:nvSpPr>
      <dsp:spPr>
        <a:xfrm>
          <a:off x="3352444" y="271479"/>
          <a:ext cx="420082" cy="420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1D5D3-0291-496F-8932-D071772D5F66}">
      <dsp:nvSpPr>
        <dsp:cNvPr id="0" name=""/>
        <dsp:cNvSpPr/>
      </dsp:nvSpPr>
      <dsp:spPr>
        <a:xfrm>
          <a:off x="4079827" y="119381"/>
          <a:ext cx="1707230" cy="724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Copernicus Sentinel-2 Data</a:t>
          </a:r>
          <a:br>
            <a:rPr lang="en-US" sz="1100" kern="1200"/>
          </a:br>
          <a:r>
            <a:rPr lang="en-US" sz="1100" kern="1200">
              <a:hlinkClick xmlns:r="http://schemas.openxmlformats.org/officeDocument/2006/relationships" r:id="rId4"/>
            </a:rPr>
            <a:t>https://dataspace.copernicus.eu</a:t>
          </a:r>
          <a:r>
            <a:rPr lang="en-US" sz="1100" kern="1200"/>
            <a:t> </a:t>
          </a:r>
        </a:p>
      </dsp:txBody>
      <dsp:txXfrm>
        <a:off x="4079827" y="119381"/>
        <a:ext cx="1707230" cy="724279"/>
      </dsp:txXfrm>
    </dsp:sp>
    <dsp:sp modelId="{2B21087F-A671-4012-8AF0-58D4B3F28B39}">
      <dsp:nvSpPr>
        <dsp:cNvPr id="0" name=""/>
        <dsp:cNvSpPr/>
      </dsp:nvSpPr>
      <dsp:spPr>
        <a:xfrm>
          <a:off x="6084530" y="119381"/>
          <a:ext cx="724279" cy="72427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1EB5B0-D1A9-4638-8E38-A81402095490}">
      <dsp:nvSpPr>
        <dsp:cNvPr id="0" name=""/>
        <dsp:cNvSpPr/>
      </dsp:nvSpPr>
      <dsp:spPr>
        <a:xfrm>
          <a:off x="6236629" y="271479"/>
          <a:ext cx="420082" cy="420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7F5791-75EE-4786-A9D4-871438225A1E}">
      <dsp:nvSpPr>
        <dsp:cNvPr id="0" name=""/>
        <dsp:cNvSpPr/>
      </dsp:nvSpPr>
      <dsp:spPr>
        <a:xfrm>
          <a:off x="6964012" y="119381"/>
          <a:ext cx="1707230" cy="724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USGS Landsat Missions</a:t>
          </a:r>
          <a:br>
            <a:rPr lang="en-US" sz="1100" kern="1200"/>
          </a:br>
          <a:r>
            <a:rPr lang="en-US" sz="1100" kern="1200">
              <a:hlinkClick xmlns:r="http://schemas.openxmlformats.org/officeDocument/2006/relationships" r:id="rId6"/>
            </a:rPr>
            <a:t>https://www.usgs.gov/landsat-missions</a:t>
          </a:r>
          <a:r>
            <a:rPr lang="en-US" sz="1100" kern="1200"/>
            <a:t> </a:t>
          </a:r>
        </a:p>
      </dsp:txBody>
      <dsp:txXfrm>
        <a:off x="6964012" y="119381"/>
        <a:ext cx="1707230" cy="724279"/>
      </dsp:txXfrm>
    </dsp:sp>
    <dsp:sp modelId="{AA76D93C-5670-460A-AFE6-F3ED70DB19CB}">
      <dsp:nvSpPr>
        <dsp:cNvPr id="0" name=""/>
        <dsp:cNvSpPr/>
      </dsp:nvSpPr>
      <dsp:spPr>
        <a:xfrm>
          <a:off x="316160" y="1464830"/>
          <a:ext cx="724279" cy="72427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700469-D216-4C24-A985-04B80C7A6FE7}">
      <dsp:nvSpPr>
        <dsp:cNvPr id="0" name=""/>
        <dsp:cNvSpPr/>
      </dsp:nvSpPr>
      <dsp:spPr>
        <a:xfrm>
          <a:off x="468259" y="1616929"/>
          <a:ext cx="420082" cy="420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9F951B-7305-4FFE-9DBE-BC6677B070A4}">
      <dsp:nvSpPr>
        <dsp:cNvPr id="0" name=""/>
        <dsp:cNvSpPr/>
      </dsp:nvSpPr>
      <dsp:spPr>
        <a:xfrm>
          <a:off x="1195643" y="1464830"/>
          <a:ext cx="1707230" cy="724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Copernicus Sentinel-5P Data</a:t>
          </a:r>
          <a:br>
            <a:rPr lang="en-US" sz="1100" kern="1200"/>
          </a:br>
          <a:r>
            <a:rPr lang="en-US" sz="1100" kern="1200">
              <a:hlinkClick xmlns:r="http://schemas.openxmlformats.org/officeDocument/2006/relationships" r:id="rId8"/>
            </a:rPr>
            <a:t>https://sentinels.copernicus.eu</a:t>
          </a:r>
          <a:r>
            <a:rPr lang="en-US" sz="1100" kern="1200"/>
            <a:t> </a:t>
          </a:r>
        </a:p>
      </dsp:txBody>
      <dsp:txXfrm>
        <a:off x="1195643" y="1464830"/>
        <a:ext cx="1707230" cy="724279"/>
      </dsp:txXfrm>
    </dsp:sp>
    <dsp:sp modelId="{4758D7AD-1F75-4FE0-8A54-4CA8147CE557}">
      <dsp:nvSpPr>
        <dsp:cNvPr id="0" name=""/>
        <dsp:cNvSpPr/>
      </dsp:nvSpPr>
      <dsp:spPr>
        <a:xfrm>
          <a:off x="3200345" y="1464830"/>
          <a:ext cx="724279" cy="72427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869CF0-8CD1-43AD-816A-EEE9DAB1A14D}">
      <dsp:nvSpPr>
        <dsp:cNvPr id="0" name=""/>
        <dsp:cNvSpPr/>
      </dsp:nvSpPr>
      <dsp:spPr>
        <a:xfrm>
          <a:off x="3352444" y="1616929"/>
          <a:ext cx="420082" cy="420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9A0E7-ADB3-45A7-8125-40657A223105}">
      <dsp:nvSpPr>
        <dsp:cNvPr id="0" name=""/>
        <dsp:cNvSpPr/>
      </dsp:nvSpPr>
      <dsp:spPr>
        <a:xfrm>
          <a:off x="4079827" y="1464830"/>
          <a:ext cx="1707230" cy="724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ESA WorldCover Dataset</a:t>
          </a:r>
          <a:br>
            <a:rPr lang="en-US" sz="1100" kern="1200"/>
          </a:br>
          <a:r>
            <a:rPr lang="en-US" sz="1100" kern="1200">
              <a:hlinkClick xmlns:r="http://schemas.openxmlformats.org/officeDocument/2006/relationships" r:id="rId10"/>
            </a:rPr>
            <a:t>https://worldcover2021.esa.int</a:t>
          </a:r>
          <a:r>
            <a:rPr lang="en-US" sz="1100" kern="1200"/>
            <a:t> </a:t>
          </a:r>
        </a:p>
      </dsp:txBody>
      <dsp:txXfrm>
        <a:off x="4079827" y="1464830"/>
        <a:ext cx="1707230" cy="724279"/>
      </dsp:txXfrm>
    </dsp:sp>
    <dsp:sp modelId="{8ADBC87D-EE2C-4297-B354-B4BE89180177}">
      <dsp:nvSpPr>
        <dsp:cNvPr id="0" name=""/>
        <dsp:cNvSpPr/>
      </dsp:nvSpPr>
      <dsp:spPr>
        <a:xfrm>
          <a:off x="6084530" y="1464830"/>
          <a:ext cx="724279" cy="72427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1E6382-9393-47F4-81BA-94727A71E0DE}">
      <dsp:nvSpPr>
        <dsp:cNvPr id="0" name=""/>
        <dsp:cNvSpPr/>
      </dsp:nvSpPr>
      <dsp:spPr>
        <a:xfrm>
          <a:off x="6236629" y="1616929"/>
          <a:ext cx="420082" cy="420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C41E54-32E8-4562-8548-935F687F0E46}">
      <dsp:nvSpPr>
        <dsp:cNvPr id="0" name=""/>
        <dsp:cNvSpPr/>
      </dsp:nvSpPr>
      <dsp:spPr>
        <a:xfrm>
          <a:off x="6964012" y="1464830"/>
          <a:ext cx="1707230" cy="724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Scikit-learn Documentation</a:t>
          </a:r>
          <a:br>
            <a:rPr lang="en-US" sz="1100" kern="1200"/>
          </a:br>
          <a:r>
            <a:rPr lang="en-US" sz="1100" kern="1200">
              <a:hlinkClick xmlns:r="http://schemas.openxmlformats.org/officeDocument/2006/relationships" r:id="rId12"/>
            </a:rPr>
            <a:t>https://scikit-learn.org</a:t>
          </a:r>
          <a:r>
            <a:rPr lang="en-US" sz="1100" kern="1200"/>
            <a:t> </a:t>
          </a:r>
        </a:p>
      </dsp:txBody>
      <dsp:txXfrm>
        <a:off x="6964012" y="1464830"/>
        <a:ext cx="1707230" cy="724279"/>
      </dsp:txXfrm>
    </dsp:sp>
    <dsp:sp modelId="{85199D33-7B5E-4809-9DD4-8D181AFEBD78}">
      <dsp:nvSpPr>
        <dsp:cNvPr id="0" name=""/>
        <dsp:cNvSpPr/>
      </dsp:nvSpPr>
      <dsp:spPr>
        <a:xfrm>
          <a:off x="316160" y="2810280"/>
          <a:ext cx="724279" cy="72427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59E386-DB9D-4B62-BAAE-A247DED65D74}">
      <dsp:nvSpPr>
        <dsp:cNvPr id="0" name=""/>
        <dsp:cNvSpPr/>
      </dsp:nvSpPr>
      <dsp:spPr>
        <a:xfrm>
          <a:off x="468259" y="2962378"/>
          <a:ext cx="420082" cy="420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FE3E4D-5DE1-4A9E-908A-6C31DE7B90B3}">
      <dsp:nvSpPr>
        <dsp:cNvPr id="0" name=""/>
        <dsp:cNvSpPr/>
      </dsp:nvSpPr>
      <dsp:spPr>
        <a:xfrm>
          <a:off x="1195643" y="2810280"/>
          <a:ext cx="1707230" cy="724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Research Papers on Land Use/Land Cover Classification and Deforestation Monitoring Using Machine Learning</a:t>
          </a:r>
          <a:endParaRPr lang="en-US" sz="1100" kern="1200"/>
        </a:p>
      </dsp:txBody>
      <dsp:txXfrm>
        <a:off x="1195643" y="2810280"/>
        <a:ext cx="1707230" cy="724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75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6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59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20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41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05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92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27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32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72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1192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080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9749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85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26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60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27B78-FA99-45D4-AD66-0449B084610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7055499-6C66-46FF-A293-027F65D09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9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F8B29-298E-0EDB-5F58-7EC4A6A416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72453-B282-37E5-880C-077AF6B71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BF01E6-7F8C-1268-7EF2-2A0493BFF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852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97FE-B988-6B5E-B2C6-FC716200F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40D32-1639-04D1-73A0-5CBDDE44E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ABB748-F023-9AA4-12F2-9786D0212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397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43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4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5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6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7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8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9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0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1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2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3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4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57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8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0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1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2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3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4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5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6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7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8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2" name="Freeform 11">
            <a:extLst>
              <a:ext uri="{FF2B5EF4-FFF2-40B4-BE49-F238E27FC236}">
                <a16:creationId xmlns:a16="http://schemas.microsoft.com/office/drawing/2014/main" id="{BFE4781A-41C7-4F27-8792-A74EFB8E5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177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8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9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0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1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2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3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5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7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8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4A3EA6E-74D1-8E66-ECC8-0FE5F7712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7056" y="1093380"/>
            <a:ext cx="3068182" cy="46712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100" dirty="0"/>
              <a:t>Machine Learning-Based Land Use and Land Cover Classification and Change Detection in Kondapalli Reserve Forest</a:t>
            </a:r>
          </a:p>
        </p:txBody>
      </p:sp>
      <p:sp>
        <p:nvSpPr>
          <p:cNvPr id="190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794C9-0F39-AF71-40EE-7BC029E58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5509" y="1093380"/>
            <a:ext cx="6219103" cy="4679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TEAM MEMBERS:</a:t>
            </a:r>
          </a:p>
          <a:p>
            <a:pP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24EU08003</a:t>
            </a:r>
          </a:p>
          <a:p>
            <a:pP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24EU08048</a:t>
            </a:r>
          </a:p>
          <a:p>
            <a:pP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24EU08002</a:t>
            </a:r>
          </a:p>
          <a:p>
            <a:pP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GUIDE NAME: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DR.SATYA SAHITHI</a:t>
            </a:r>
          </a:p>
        </p:txBody>
      </p:sp>
    </p:spTree>
    <p:extLst>
      <p:ext uri="{BB962C8B-B14F-4D97-AF65-F5344CB8AC3E}">
        <p14:creationId xmlns:p14="http://schemas.microsoft.com/office/powerpoint/2010/main" val="1926969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EAC60-0B39-DF60-09B7-E093EC6B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 Statement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3A779-8B52-E431-FFF4-6AEDF536F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Kondapalli Reserve Forest is facing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deforestation and increasing air pollution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due to human activities and urban development. There is a need to monitor these changes using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imagery and Machine Learning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effective forest conservation and environmental management.</a:t>
            </a:r>
          </a:p>
          <a:p>
            <a:pPr marL="0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A73917-A04F-BAF5-3708-75EFD4824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658452"/>
            <a:ext cx="6953577" cy="3216029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63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5CD74B-9CE8-4F20-A3E4-A22A7F036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F7FDA2-CFC3-CCAB-A9B3-D9F96C89E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C44665-BECF-4482-A00C-E4BE2A87D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0398C1D-D011-4BA8-AC81-E829677B8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2900E8-20D6-A37B-8439-4497CCAAD8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3615960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541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0DD9A-536F-55DE-6609-1D05F86E0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Outcomes of the Project</a:t>
            </a:r>
            <a:br>
              <a:rPr lang="en-US" b="1" dirty="0"/>
            </a:b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088D53-392B-0CDE-8DAA-A94AF4D0DD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1736331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0180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171CC-E2EC-28B8-0A31-86014FFB7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27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Requirements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7C0A94-0498-BA1A-179E-C5AD2845B7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3345841"/>
              </p:ext>
            </p:extLst>
          </p:nvPr>
        </p:nvGraphicFramePr>
        <p:xfrm>
          <a:off x="4713144" y="641551"/>
          <a:ext cx="6832212" cy="5031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0CE5543-C32C-9B9A-43B3-565EC66821F3}"/>
              </a:ext>
            </a:extLst>
          </p:cNvPr>
          <p:cNvSpPr txBox="1"/>
          <p:nvPr/>
        </p:nvSpPr>
        <p:spPr>
          <a:xfrm>
            <a:off x="4702217" y="5694217"/>
            <a:ext cx="6749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Google Earth Engine (GEE)is used to detect deforestation, map urban expansion, monitor water resources, and track climate trends changes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7656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78BE16-E291-B6C0-FE29-0FF997CC4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b="1" dirty="0"/>
            </a:b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92ABC447-FD4F-B6F7-284F-BDD37B55B6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8267679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0864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7BD08880-457D-4C62-A3B5-6A9B0878C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6D356F1A-690D-401E-8CF3-E4686CDFE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398A7BA-9279-4363-9D59-238782AB6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57608" y="228600"/>
            <a:ext cx="2851523" cy="6638625"/>
            <a:chOff x="2487613" y="285750"/>
            <a:chExt cx="2428875" cy="5654676"/>
          </a:xfrm>
        </p:grpSpPr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8ACCBEEF-7085-4833-8335-E4613C0A1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B39C0EC5-6C91-409A-AB3F-D66AF23E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4D4A9340-30CF-474C-AC93-3E9048DFE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C2D90565-D660-46B2-B574-5A6E37C8B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4ADDF1F8-3D32-49F9-8A53-B01C2D92C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DD712377-DF82-454C-8AF4-CA681129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694E1871-CC0E-4704-902D-A324F58E4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6CEE1CA2-8DDF-468B-B5E5-B584B84BD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AAA4172B-3921-482A-ABEF-E70C9242A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6D277B64-E367-442D-B59F-993A45856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B4BA4199-8677-44FF-BD30-63130A0F5D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A890CEB5-09DD-4185-9405-A39BA6405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B88DAD3-AF6F-4D6C-8512-7239A69A4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84823" y="-786"/>
            <a:ext cx="2356675" cy="6854040"/>
            <a:chOff x="6627813" y="194833"/>
            <a:chExt cx="1952625" cy="5678918"/>
          </a:xfrm>
        </p:grpSpPr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1BA39A29-3A4E-4822-A540-9AD6ACCBA9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B2ACACE6-15B3-4FAF-AA08-E1006B3FD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1F9A4D9A-69F4-4FEC-B0DE-DD76F476E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30">
              <a:extLst>
                <a:ext uri="{FF2B5EF4-FFF2-40B4-BE49-F238E27FC236}">
                  <a16:creationId xmlns:a16="http://schemas.microsoft.com/office/drawing/2014/main" id="{E92DC9B5-F16D-4C41-824C-822DE7AA0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31">
              <a:extLst>
                <a:ext uri="{FF2B5EF4-FFF2-40B4-BE49-F238E27FC236}">
                  <a16:creationId xmlns:a16="http://schemas.microsoft.com/office/drawing/2014/main" id="{E737D559-8865-4000-A777-792FF6754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32">
              <a:extLst>
                <a:ext uri="{FF2B5EF4-FFF2-40B4-BE49-F238E27FC236}">
                  <a16:creationId xmlns:a16="http://schemas.microsoft.com/office/drawing/2014/main" id="{B1C2147A-442E-40A4-8A97-FF053B9D2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33">
              <a:extLst>
                <a:ext uri="{FF2B5EF4-FFF2-40B4-BE49-F238E27FC236}">
                  <a16:creationId xmlns:a16="http://schemas.microsoft.com/office/drawing/2014/main" id="{B138F17C-6D47-4F1B-BE44-4A47FBCFF3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34">
              <a:extLst>
                <a:ext uri="{FF2B5EF4-FFF2-40B4-BE49-F238E27FC236}">
                  <a16:creationId xmlns:a16="http://schemas.microsoft.com/office/drawing/2014/main" id="{1BCD5498-C801-426F-9CDD-B84178E72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6DB0639C-39E0-4218-B7D1-0408D870F4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6" name="Freeform 36">
              <a:extLst>
                <a:ext uri="{FF2B5EF4-FFF2-40B4-BE49-F238E27FC236}">
                  <a16:creationId xmlns:a16="http://schemas.microsoft.com/office/drawing/2014/main" id="{72715634-CCEA-4B5D-94D7-E2C090EA1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6BE08C78-1349-4408-8CE2-ED20F3244D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642D5BF8-EF6C-43FC-947B-698688211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D5E7F80-ABEC-97D3-FDCB-1CEC80203928}"/>
              </a:ext>
            </a:extLst>
          </p:cNvPr>
          <p:cNvSpPr txBox="1"/>
          <p:nvPr/>
        </p:nvSpPr>
        <p:spPr>
          <a:xfrm>
            <a:off x="5825066" y="2514600"/>
            <a:ext cx="5681134" cy="22627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841A10E-0F0E-4596-8888-870D7092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57599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" name="Freeform 33">
            <a:extLst>
              <a:ext uri="{FF2B5EF4-FFF2-40B4-BE49-F238E27FC236}">
                <a16:creationId xmlns:a16="http://schemas.microsoft.com/office/drawing/2014/main" id="{29B1E55C-E51F-4093-A2A8-137C3E901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657599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5B893699-5ADF-9962-9546-FD61270A65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20" r="26324"/>
          <a:stretch>
            <a:fillRect/>
          </a:stretch>
        </p:blipFill>
        <p:spPr>
          <a:xfrm>
            <a:off x="-2650" y="10"/>
            <a:ext cx="36810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04880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3380</TotalTime>
  <Words>389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 New Roman</vt:lpstr>
      <vt:lpstr>Wingdings 3</vt:lpstr>
      <vt:lpstr>Wisp</vt:lpstr>
      <vt:lpstr>PowerPoint Presentation</vt:lpstr>
      <vt:lpstr>PowerPoint Presentation</vt:lpstr>
      <vt:lpstr>Machine Learning-Based Land Use and Land Cover Classification and Change Detection in Kondapalli Reserve Forest</vt:lpstr>
      <vt:lpstr>Problem  Statement</vt:lpstr>
      <vt:lpstr>Motivation </vt:lpstr>
      <vt:lpstr>Objectives &amp; Outcomes of the Project </vt:lpstr>
      <vt:lpstr>Datasets and Requirements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sowjzanya7411@gmail.com</dc:creator>
  <cp:lastModifiedBy>Afnan Abdul</cp:lastModifiedBy>
  <cp:revision>3</cp:revision>
  <dcterms:created xsi:type="dcterms:W3CDTF">2026-07-12T09:24:40Z</dcterms:created>
  <dcterms:modified xsi:type="dcterms:W3CDTF">2026-07-15T17:17:47Z</dcterms:modified>
</cp:coreProperties>
</file>